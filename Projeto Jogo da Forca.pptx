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Simonetta" charset="1" panose="02000504070000020003"/>
      <p:regular r:id="rId13"/>
    </p:embeddedFont>
    <p:embeddedFont>
      <p:font typeface="Helvetica World Bold" charset="1" panose="020B0800040000020004"/>
      <p:regular r:id="rId14"/>
    </p:embeddedFont>
    <p:embeddedFont>
      <p:font typeface="DM Sans" charset="1" panose="00000000000000000000"/>
      <p:regular r:id="rId15"/>
    </p:embeddedFont>
    <p:embeddedFont>
      <p:font typeface="DM Sans Bold" charset="1" panose="00000000000000000000"/>
      <p:regular r:id="rId16"/>
    </p:embeddedFont>
    <p:embeddedFont>
      <p:font typeface="Simonetta Bold" charset="1" panose="02000A04070000020003"/>
      <p:regular r:id="rId17"/>
    </p:embeddedFont>
    <p:embeddedFont>
      <p:font typeface="Helvetica World" charset="1" panose="020B050004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8.jpeg" Type="http://schemas.openxmlformats.org/officeDocument/2006/relationships/image"/><Relationship Id="rId6" Target="../media/image9.jpe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330700" y="639280"/>
            <a:ext cx="5928600" cy="668625"/>
            <a:chOff x="0" y="0"/>
            <a:chExt cx="1561442" cy="1760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1442" cy="176099"/>
            </a:xfrm>
            <a:custGeom>
              <a:avLst/>
              <a:gdLst/>
              <a:ahLst/>
              <a:cxnLst/>
              <a:rect r="r" b="b" t="t" l="l"/>
              <a:pathLst>
                <a:path h="176099" w="1561442">
                  <a:moveTo>
                    <a:pt x="13059" y="0"/>
                  </a:moveTo>
                  <a:lnTo>
                    <a:pt x="1548383" y="0"/>
                  </a:lnTo>
                  <a:cubicBezTo>
                    <a:pt x="1555595" y="0"/>
                    <a:pt x="1561442" y="5847"/>
                    <a:pt x="1561442" y="13059"/>
                  </a:cubicBezTo>
                  <a:lnTo>
                    <a:pt x="1561442" y="163040"/>
                  </a:lnTo>
                  <a:cubicBezTo>
                    <a:pt x="1561442" y="170252"/>
                    <a:pt x="1555595" y="176099"/>
                    <a:pt x="1548383" y="176099"/>
                  </a:cubicBezTo>
                  <a:lnTo>
                    <a:pt x="13059" y="176099"/>
                  </a:lnTo>
                  <a:cubicBezTo>
                    <a:pt x="5847" y="176099"/>
                    <a:pt x="0" y="170252"/>
                    <a:pt x="0" y="163040"/>
                  </a:cubicBezTo>
                  <a:lnTo>
                    <a:pt x="0" y="13059"/>
                  </a:lnTo>
                  <a:cubicBezTo>
                    <a:pt x="0" y="5847"/>
                    <a:pt x="5847" y="0"/>
                    <a:pt x="1305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23825"/>
              <a:ext cx="1561442" cy="52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  <a:r>
                <a:rPr lang="en-US" sz="3199" spc="-63">
                  <a:solidFill>
                    <a:srgbClr val="000000"/>
                  </a:solidFill>
                  <a:latin typeface="Simonetta"/>
                  <a:ea typeface="Simonetta"/>
                  <a:cs typeface="Simonetta"/>
                  <a:sym typeface="Simonetta"/>
                </a:rPr>
                <a:t>PROBLEMA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05987" y="2149241"/>
            <a:ext cx="8474154" cy="4109150"/>
            <a:chOff x="0" y="0"/>
            <a:chExt cx="3369134" cy="16337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69133" cy="1633706"/>
            </a:xfrm>
            <a:custGeom>
              <a:avLst/>
              <a:gdLst/>
              <a:ahLst/>
              <a:cxnLst/>
              <a:rect r="r" b="b" t="t" l="l"/>
              <a:pathLst>
                <a:path h="1633706" w="3369133">
                  <a:moveTo>
                    <a:pt x="45680" y="0"/>
                  </a:moveTo>
                  <a:lnTo>
                    <a:pt x="3323454" y="0"/>
                  </a:lnTo>
                  <a:cubicBezTo>
                    <a:pt x="3348682" y="0"/>
                    <a:pt x="3369133" y="20451"/>
                    <a:pt x="3369133" y="45680"/>
                  </a:cubicBezTo>
                  <a:lnTo>
                    <a:pt x="3369133" y="1588026"/>
                  </a:lnTo>
                  <a:cubicBezTo>
                    <a:pt x="3369133" y="1600141"/>
                    <a:pt x="3364321" y="1611760"/>
                    <a:pt x="3355754" y="1620326"/>
                  </a:cubicBezTo>
                  <a:cubicBezTo>
                    <a:pt x="3347188" y="1628893"/>
                    <a:pt x="3335569" y="1633706"/>
                    <a:pt x="3323454" y="1633706"/>
                  </a:cubicBezTo>
                  <a:lnTo>
                    <a:pt x="45680" y="1633706"/>
                  </a:lnTo>
                  <a:cubicBezTo>
                    <a:pt x="20451" y="1633706"/>
                    <a:pt x="0" y="1613254"/>
                    <a:pt x="0" y="1588026"/>
                  </a:cubicBezTo>
                  <a:lnTo>
                    <a:pt x="0" y="45680"/>
                  </a:lnTo>
                  <a:cubicBezTo>
                    <a:pt x="0" y="33565"/>
                    <a:pt x="4813" y="21946"/>
                    <a:pt x="13379" y="13379"/>
                  </a:cubicBezTo>
                  <a:cubicBezTo>
                    <a:pt x="21946" y="4813"/>
                    <a:pt x="33565" y="0"/>
                    <a:pt x="45680" y="0"/>
                  </a:cubicBez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3369134" cy="1586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5987" y="1838236"/>
            <a:ext cx="8474154" cy="4420155"/>
            <a:chOff x="0" y="0"/>
            <a:chExt cx="3369134" cy="17573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69133" cy="1757355"/>
            </a:xfrm>
            <a:custGeom>
              <a:avLst/>
              <a:gdLst/>
              <a:ahLst/>
              <a:cxnLst/>
              <a:rect r="r" b="b" t="t" l="l"/>
              <a:pathLst>
                <a:path h="1757355" w="3369133">
                  <a:moveTo>
                    <a:pt x="45680" y="0"/>
                  </a:moveTo>
                  <a:lnTo>
                    <a:pt x="3323454" y="0"/>
                  </a:lnTo>
                  <a:cubicBezTo>
                    <a:pt x="3348682" y="0"/>
                    <a:pt x="3369133" y="20451"/>
                    <a:pt x="3369133" y="45680"/>
                  </a:cubicBezTo>
                  <a:lnTo>
                    <a:pt x="3369133" y="1711675"/>
                  </a:lnTo>
                  <a:cubicBezTo>
                    <a:pt x="3369133" y="1723790"/>
                    <a:pt x="3364321" y="1735409"/>
                    <a:pt x="3355754" y="1743975"/>
                  </a:cubicBezTo>
                  <a:cubicBezTo>
                    <a:pt x="3347188" y="1752542"/>
                    <a:pt x="3335569" y="1757355"/>
                    <a:pt x="3323454" y="1757355"/>
                  </a:cubicBezTo>
                  <a:lnTo>
                    <a:pt x="45680" y="1757355"/>
                  </a:lnTo>
                  <a:cubicBezTo>
                    <a:pt x="33565" y="1757355"/>
                    <a:pt x="21946" y="1752542"/>
                    <a:pt x="13379" y="1743975"/>
                  </a:cubicBezTo>
                  <a:cubicBezTo>
                    <a:pt x="4813" y="1735409"/>
                    <a:pt x="0" y="1723790"/>
                    <a:pt x="0" y="1711675"/>
                  </a:cubicBezTo>
                  <a:lnTo>
                    <a:pt x="0" y="45680"/>
                  </a:lnTo>
                  <a:cubicBezTo>
                    <a:pt x="0" y="33565"/>
                    <a:pt x="4813" y="21946"/>
                    <a:pt x="13379" y="13379"/>
                  </a:cubicBezTo>
                  <a:cubicBezTo>
                    <a:pt x="21946" y="4813"/>
                    <a:pt x="33565" y="0"/>
                    <a:pt x="45680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3369134" cy="1709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58656" y="2594730"/>
            <a:ext cx="7568815" cy="3218171"/>
            <a:chOff x="0" y="0"/>
            <a:chExt cx="2052129" cy="8725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52129" cy="872541"/>
            </a:xfrm>
            <a:custGeom>
              <a:avLst/>
              <a:gdLst/>
              <a:ahLst/>
              <a:cxnLst/>
              <a:rect r="r" b="b" t="t" l="l"/>
              <a:pathLst>
                <a:path h="872541" w="2052129">
                  <a:moveTo>
                    <a:pt x="51144" y="0"/>
                  </a:moveTo>
                  <a:lnTo>
                    <a:pt x="2000986" y="0"/>
                  </a:lnTo>
                  <a:cubicBezTo>
                    <a:pt x="2014550" y="0"/>
                    <a:pt x="2027558" y="5388"/>
                    <a:pt x="2037150" y="14980"/>
                  </a:cubicBezTo>
                  <a:cubicBezTo>
                    <a:pt x="2046741" y="24571"/>
                    <a:pt x="2052129" y="37579"/>
                    <a:pt x="2052129" y="51144"/>
                  </a:cubicBezTo>
                  <a:lnTo>
                    <a:pt x="2052129" y="821398"/>
                  </a:lnTo>
                  <a:cubicBezTo>
                    <a:pt x="2052129" y="849643"/>
                    <a:pt x="2029231" y="872541"/>
                    <a:pt x="2000986" y="872541"/>
                  </a:cubicBezTo>
                  <a:lnTo>
                    <a:pt x="51144" y="872541"/>
                  </a:lnTo>
                  <a:cubicBezTo>
                    <a:pt x="22898" y="872541"/>
                    <a:pt x="0" y="849643"/>
                    <a:pt x="0" y="821398"/>
                  </a:cubicBezTo>
                  <a:lnTo>
                    <a:pt x="0" y="51144"/>
                  </a:lnTo>
                  <a:cubicBezTo>
                    <a:pt x="0" y="37579"/>
                    <a:pt x="5388" y="24571"/>
                    <a:pt x="14980" y="14980"/>
                  </a:cubicBezTo>
                  <a:cubicBezTo>
                    <a:pt x="24571" y="5388"/>
                    <a:pt x="37579" y="0"/>
                    <a:pt x="5114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8347" r="0" b="-2834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90902" y="2149241"/>
            <a:ext cx="6968398" cy="684161"/>
            <a:chOff x="0" y="0"/>
            <a:chExt cx="1835298" cy="1801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35298" cy="180191"/>
            </a:xfrm>
            <a:custGeom>
              <a:avLst/>
              <a:gdLst/>
              <a:ahLst/>
              <a:cxnLst/>
              <a:rect r="r" b="b" t="t" l="l"/>
              <a:pathLst>
                <a:path h="180191" w="1835298">
                  <a:moveTo>
                    <a:pt x="33330" y="0"/>
                  </a:moveTo>
                  <a:lnTo>
                    <a:pt x="1801968" y="0"/>
                  </a:lnTo>
                  <a:cubicBezTo>
                    <a:pt x="1810808" y="0"/>
                    <a:pt x="1819286" y="3512"/>
                    <a:pt x="1825536" y="9762"/>
                  </a:cubicBezTo>
                  <a:cubicBezTo>
                    <a:pt x="1831787" y="16013"/>
                    <a:pt x="1835298" y="24490"/>
                    <a:pt x="1835298" y="33330"/>
                  </a:cubicBezTo>
                  <a:lnTo>
                    <a:pt x="1835298" y="146860"/>
                  </a:lnTo>
                  <a:cubicBezTo>
                    <a:pt x="1835298" y="155700"/>
                    <a:pt x="1831787" y="164178"/>
                    <a:pt x="1825536" y="170428"/>
                  </a:cubicBezTo>
                  <a:cubicBezTo>
                    <a:pt x="1819286" y="176679"/>
                    <a:pt x="1810808" y="180191"/>
                    <a:pt x="1801968" y="180191"/>
                  </a:cubicBezTo>
                  <a:lnTo>
                    <a:pt x="33330" y="180191"/>
                  </a:lnTo>
                  <a:cubicBezTo>
                    <a:pt x="24490" y="180191"/>
                    <a:pt x="16013" y="176679"/>
                    <a:pt x="9762" y="170428"/>
                  </a:cubicBezTo>
                  <a:cubicBezTo>
                    <a:pt x="3512" y="164178"/>
                    <a:pt x="0" y="155700"/>
                    <a:pt x="0" y="146860"/>
                  </a:cubicBezTo>
                  <a:lnTo>
                    <a:pt x="0" y="33330"/>
                  </a:lnTo>
                  <a:cubicBezTo>
                    <a:pt x="0" y="24490"/>
                    <a:pt x="3512" y="16013"/>
                    <a:pt x="9762" y="9762"/>
                  </a:cubicBezTo>
                  <a:cubicBezTo>
                    <a:pt x="16013" y="3512"/>
                    <a:pt x="24490" y="0"/>
                    <a:pt x="3333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1835298" cy="151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635046" y="8634046"/>
            <a:ext cx="624254" cy="62425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true" flipV="false" rot="0">
            <a:off x="16865622" y="8776995"/>
            <a:ext cx="203860" cy="338357"/>
          </a:xfrm>
          <a:custGeom>
            <a:avLst/>
            <a:gdLst/>
            <a:ahLst/>
            <a:cxnLst/>
            <a:rect r="r" b="b" t="t" l="l"/>
            <a:pathLst>
              <a:path h="338357" w="203860">
                <a:moveTo>
                  <a:pt x="203860" y="0"/>
                </a:moveTo>
                <a:lnTo>
                  <a:pt x="0" y="0"/>
                </a:lnTo>
                <a:lnTo>
                  <a:pt x="0" y="338356"/>
                </a:lnTo>
                <a:lnTo>
                  <a:pt x="203860" y="338356"/>
                </a:lnTo>
                <a:lnTo>
                  <a:pt x="20386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90902" y="2319998"/>
            <a:ext cx="6968398" cy="42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1"/>
              </a:lnSpc>
            </a:pPr>
            <a:r>
              <a:rPr lang="en-US" b="true" sz="2799" spc="-5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Identificação do problema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90902" y="3255475"/>
            <a:ext cx="6778581" cy="279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3182" spc="-63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Criar um jogo simples e interativo;</a:t>
            </a:r>
          </a:p>
          <a:p>
            <a:pPr algn="l">
              <a:lnSpc>
                <a:spcPts val="4455"/>
              </a:lnSpc>
            </a:pPr>
          </a:p>
          <a:p>
            <a:pPr algn="l">
              <a:lnSpc>
                <a:spcPts val="4455"/>
              </a:lnSpc>
            </a:pPr>
            <a:r>
              <a:rPr lang="en-US" sz="3182" spc="-63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Aplicar estruturas de controle, listas, funções e manipulação de texto;</a:t>
            </a:r>
          </a:p>
          <a:p>
            <a:pPr algn="l">
              <a:lnSpc>
                <a:spcPts val="4455"/>
              </a:lnSpc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10290902" y="6858389"/>
            <a:ext cx="3915083" cy="2399911"/>
            <a:chOff x="0" y="0"/>
            <a:chExt cx="1061495" cy="65068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1495" cy="650687"/>
            </a:xfrm>
            <a:custGeom>
              <a:avLst/>
              <a:gdLst/>
              <a:ahLst/>
              <a:cxnLst/>
              <a:rect r="r" b="b" t="t" l="l"/>
              <a:pathLst>
                <a:path h="650687" w="1061495">
                  <a:moveTo>
                    <a:pt x="98873" y="0"/>
                  </a:moveTo>
                  <a:lnTo>
                    <a:pt x="962622" y="0"/>
                  </a:lnTo>
                  <a:cubicBezTo>
                    <a:pt x="988844" y="0"/>
                    <a:pt x="1013993" y="10417"/>
                    <a:pt x="1032535" y="28959"/>
                  </a:cubicBezTo>
                  <a:cubicBezTo>
                    <a:pt x="1051078" y="47502"/>
                    <a:pt x="1061495" y="72650"/>
                    <a:pt x="1061495" y="98873"/>
                  </a:cubicBezTo>
                  <a:lnTo>
                    <a:pt x="1061495" y="551814"/>
                  </a:lnTo>
                  <a:cubicBezTo>
                    <a:pt x="1061495" y="578036"/>
                    <a:pt x="1051078" y="603185"/>
                    <a:pt x="1032535" y="621727"/>
                  </a:cubicBezTo>
                  <a:cubicBezTo>
                    <a:pt x="1013993" y="640270"/>
                    <a:pt x="988844" y="650687"/>
                    <a:pt x="962622" y="650687"/>
                  </a:cubicBezTo>
                  <a:lnTo>
                    <a:pt x="98873" y="650687"/>
                  </a:lnTo>
                  <a:cubicBezTo>
                    <a:pt x="72650" y="650687"/>
                    <a:pt x="47502" y="640270"/>
                    <a:pt x="28959" y="621727"/>
                  </a:cubicBezTo>
                  <a:cubicBezTo>
                    <a:pt x="10417" y="603185"/>
                    <a:pt x="0" y="578036"/>
                    <a:pt x="0" y="551814"/>
                  </a:cubicBezTo>
                  <a:lnTo>
                    <a:pt x="0" y="98873"/>
                  </a:lnTo>
                  <a:cubicBezTo>
                    <a:pt x="0" y="72650"/>
                    <a:pt x="10417" y="47502"/>
                    <a:pt x="28959" y="28959"/>
                  </a:cubicBezTo>
                  <a:cubicBezTo>
                    <a:pt x="47502" y="10417"/>
                    <a:pt x="72650" y="0"/>
                    <a:pt x="98873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4378" r="0" b="-4378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85211" y="304351"/>
            <a:ext cx="7296573" cy="943889"/>
            <a:chOff x="0" y="0"/>
            <a:chExt cx="1921731" cy="2485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21731" cy="248596"/>
            </a:xfrm>
            <a:custGeom>
              <a:avLst/>
              <a:gdLst/>
              <a:ahLst/>
              <a:cxnLst/>
              <a:rect r="r" b="b" t="t" l="l"/>
              <a:pathLst>
                <a:path h="248596" w="1921731">
                  <a:moveTo>
                    <a:pt x="10610" y="0"/>
                  </a:moveTo>
                  <a:lnTo>
                    <a:pt x="1911121" y="0"/>
                  </a:lnTo>
                  <a:cubicBezTo>
                    <a:pt x="1916981" y="0"/>
                    <a:pt x="1921731" y="4750"/>
                    <a:pt x="1921731" y="10610"/>
                  </a:cubicBezTo>
                  <a:lnTo>
                    <a:pt x="1921731" y="237986"/>
                  </a:lnTo>
                  <a:cubicBezTo>
                    <a:pt x="1921731" y="243846"/>
                    <a:pt x="1916981" y="248596"/>
                    <a:pt x="1911121" y="248596"/>
                  </a:cubicBezTo>
                  <a:lnTo>
                    <a:pt x="10610" y="248596"/>
                  </a:lnTo>
                  <a:cubicBezTo>
                    <a:pt x="4750" y="248596"/>
                    <a:pt x="0" y="243846"/>
                    <a:pt x="0" y="237986"/>
                  </a:cubicBezTo>
                  <a:lnTo>
                    <a:pt x="0" y="10610"/>
                  </a:lnTo>
                  <a:cubicBezTo>
                    <a:pt x="0" y="4750"/>
                    <a:pt x="4750" y="0"/>
                    <a:pt x="1061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04775"/>
              <a:ext cx="1921731" cy="143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  <a:r>
                <a:rPr lang="en-US" sz="2999" spc="-59">
                  <a:solidFill>
                    <a:srgbClr val="000000"/>
                  </a:solidFill>
                  <a:latin typeface="Simonetta"/>
                  <a:ea typeface="Simonetta"/>
                  <a:cs typeface="Simonetta"/>
                  <a:sym typeface="Simonetta"/>
                </a:rPr>
                <a:t>OBJETIVO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04151" y="639280"/>
            <a:ext cx="4152002" cy="4090038"/>
            <a:chOff x="0" y="0"/>
            <a:chExt cx="1650743" cy="16261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50743" cy="1626108"/>
            </a:xfrm>
            <a:custGeom>
              <a:avLst/>
              <a:gdLst/>
              <a:ahLst/>
              <a:cxnLst/>
              <a:rect r="r" b="b" t="t" l="l"/>
              <a:pathLst>
                <a:path h="1626108" w="1650743">
                  <a:moveTo>
                    <a:pt x="93231" y="0"/>
                  </a:moveTo>
                  <a:lnTo>
                    <a:pt x="1557512" y="0"/>
                  </a:lnTo>
                  <a:cubicBezTo>
                    <a:pt x="1582238" y="0"/>
                    <a:pt x="1605952" y="9823"/>
                    <a:pt x="1623436" y="27307"/>
                  </a:cubicBezTo>
                  <a:cubicBezTo>
                    <a:pt x="1640920" y="44791"/>
                    <a:pt x="1650743" y="68505"/>
                    <a:pt x="1650743" y="93231"/>
                  </a:cubicBezTo>
                  <a:lnTo>
                    <a:pt x="1650743" y="1532876"/>
                  </a:lnTo>
                  <a:cubicBezTo>
                    <a:pt x="1650743" y="1557603"/>
                    <a:pt x="1640920" y="1581317"/>
                    <a:pt x="1623436" y="1598801"/>
                  </a:cubicBezTo>
                  <a:cubicBezTo>
                    <a:pt x="1605952" y="1616285"/>
                    <a:pt x="1582238" y="1626108"/>
                    <a:pt x="1557512" y="1626108"/>
                  </a:cubicBezTo>
                  <a:lnTo>
                    <a:pt x="93231" y="1626108"/>
                  </a:lnTo>
                  <a:cubicBezTo>
                    <a:pt x="68505" y="1626108"/>
                    <a:pt x="44791" y="1616285"/>
                    <a:pt x="27307" y="1598801"/>
                  </a:cubicBezTo>
                  <a:cubicBezTo>
                    <a:pt x="9823" y="1581317"/>
                    <a:pt x="0" y="1557603"/>
                    <a:pt x="0" y="1532876"/>
                  </a:cubicBezTo>
                  <a:lnTo>
                    <a:pt x="0" y="93231"/>
                  </a:lnTo>
                  <a:cubicBezTo>
                    <a:pt x="0" y="68505"/>
                    <a:pt x="9823" y="44791"/>
                    <a:pt x="27307" y="27307"/>
                  </a:cubicBezTo>
                  <a:cubicBezTo>
                    <a:pt x="44791" y="9823"/>
                    <a:pt x="68505" y="0"/>
                    <a:pt x="93231" y="0"/>
                  </a:cubicBez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1650743" cy="1578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04151" y="304351"/>
            <a:ext cx="4391599" cy="4688125"/>
            <a:chOff x="0" y="0"/>
            <a:chExt cx="1746001" cy="18638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46001" cy="1863893"/>
            </a:xfrm>
            <a:custGeom>
              <a:avLst/>
              <a:gdLst/>
              <a:ahLst/>
              <a:cxnLst/>
              <a:rect r="r" b="b" t="t" l="l"/>
              <a:pathLst>
                <a:path h="1863893" w="1746001">
                  <a:moveTo>
                    <a:pt x="88145" y="0"/>
                  </a:moveTo>
                  <a:lnTo>
                    <a:pt x="1657857" y="0"/>
                  </a:lnTo>
                  <a:cubicBezTo>
                    <a:pt x="1706538" y="0"/>
                    <a:pt x="1746001" y="39464"/>
                    <a:pt x="1746001" y="88145"/>
                  </a:cubicBezTo>
                  <a:lnTo>
                    <a:pt x="1746001" y="1775749"/>
                  </a:lnTo>
                  <a:cubicBezTo>
                    <a:pt x="1746001" y="1799126"/>
                    <a:pt x="1736715" y="1821546"/>
                    <a:pt x="1720184" y="1838076"/>
                  </a:cubicBezTo>
                  <a:cubicBezTo>
                    <a:pt x="1703654" y="1854607"/>
                    <a:pt x="1681234" y="1863893"/>
                    <a:pt x="1657857" y="1863893"/>
                  </a:cubicBezTo>
                  <a:lnTo>
                    <a:pt x="88145" y="1863893"/>
                  </a:lnTo>
                  <a:cubicBezTo>
                    <a:pt x="64767" y="1863893"/>
                    <a:pt x="42347" y="1854607"/>
                    <a:pt x="25817" y="1838076"/>
                  </a:cubicBezTo>
                  <a:cubicBezTo>
                    <a:pt x="9287" y="1821546"/>
                    <a:pt x="0" y="1799126"/>
                    <a:pt x="0" y="1775749"/>
                  </a:cubicBezTo>
                  <a:lnTo>
                    <a:pt x="0" y="88145"/>
                  </a:lnTo>
                  <a:cubicBezTo>
                    <a:pt x="0" y="64767"/>
                    <a:pt x="9287" y="42347"/>
                    <a:pt x="25817" y="25817"/>
                  </a:cubicBezTo>
                  <a:cubicBezTo>
                    <a:pt x="42347" y="9287"/>
                    <a:pt x="64767" y="0"/>
                    <a:pt x="88145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1746001" cy="1816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78409" y="1207776"/>
            <a:ext cx="3347390" cy="3044301"/>
            <a:chOff x="0" y="0"/>
            <a:chExt cx="907576" cy="8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7576" cy="825400"/>
            </a:xfrm>
            <a:custGeom>
              <a:avLst/>
              <a:gdLst/>
              <a:ahLst/>
              <a:cxnLst/>
              <a:rect r="r" b="b" t="t" l="l"/>
              <a:pathLst>
                <a:path h="825400" w="907576">
                  <a:moveTo>
                    <a:pt x="115641" y="0"/>
                  </a:moveTo>
                  <a:lnTo>
                    <a:pt x="791935" y="0"/>
                  </a:lnTo>
                  <a:cubicBezTo>
                    <a:pt x="855802" y="0"/>
                    <a:pt x="907576" y="51774"/>
                    <a:pt x="907576" y="115641"/>
                  </a:cubicBezTo>
                  <a:lnTo>
                    <a:pt x="907576" y="709759"/>
                  </a:lnTo>
                  <a:cubicBezTo>
                    <a:pt x="907576" y="740429"/>
                    <a:pt x="895393" y="769842"/>
                    <a:pt x="873706" y="791529"/>
                  </a:cubicBezTo>
                  <a:cubicBezTo>
                    <a:pt x="852019" y="813216"/>
                    <a:pt x="822605" y="825400"/>
                    <a:pt x="791935" y="825400"/>
                  </a:cubicBezTo>
                  <a:lnTo>
                    <a:pt x="115641" y="825400"/>
                  </a:lnTo>
                  <a:cubicBezTo>
                    <a:pt x="51774" y="825400"/>
                    <a:pt x="0" y="773626"/>
                    <a:pt x="0" y="709759"/>
                  </a:cubicBezTo>
                  <a:lnTo>
                    <a:pt x="0" y="115641"/>
                  </a:lnTo>
                  <a:cubicBezTo>
                    <a:pt x="0" y="51774"/>
                    <a:pt x="51774" y="0"/>
                    <a:pt x="115641" y="0"/>
                  </a:cubicBezTo>
                  <a:close/>
                </a:path>
              </a:pathLst>
            </a:custGeom>
            <a:blipFill>
              <a:blip r:embed="rId3"/>
              <a:stretch>
                <a:fillRect l="-18251" t="0" r="-18251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635046" y="8634046"/>
            <a:ext cx="624254" cy="62425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0">
            <a:off x="16865622" y="8776995"/>
            <a:ext cx="203860" cy="338357"/>
          </a:xfrm>
          <a:custGeom>
            <a:avLst/>
            <a:gdLst/>
            <a:ahLst/>
            <a:cxnLst/>
            <a:rect r="r" b="b" t="t" l="l"/>
            <a:pathLst>
              <a:path h="338357" w="203860">
                <a:moveTo>
                  <a:pt x="203860" y="0"/>
                </a:moveTo>
                <a:lnTo>
                  <a:pt x="0" y="0"/>
                </a:lnTo>
                <a:lnTo>
                  <a:pt x="0" y="338356"/>
                </a:lnTo>
                <a:lnTo>
                  <a:pt x="203860" y="338356"/>
                </a:lnTo>
                <a:lnTo>
                  <a:pt x="20386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616627" y="2754114"/>
            <a:ext cx="12221709" cy="4676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b="true" sz="5555" spc="-361">
                <a:solidFill>
                  <a:srgbClr val="52CFE0"/>
                </a:solidFill>
                <a:latin typeface="DM Sans Bold"/>
                <a:ea typeface="DM Sans Bold"/>
                <a:cs typeface="DM Sans Bold"/>
                <a:sym typeface="DM Sans Bold"/>
              </a:rPr>
              <a:t>DESENVOLVER UM JOGO FUNCIONAL  DA FORCA;</a:t>
            </a:r>
          </a:p>
          <a:p>
            <a:pPr algn="l">
              <a:lnSpc>
                <a:spcPts val="4611"/>
              </a:lnSpc>
            </a:pPr>
          </a:p>
          <a:p>
            <a:pPr algn="l">
              <a:lnSpc>
                <a:spcPts val="4611"/>
              </a:lnSpc>
            </a:pPr>
            <a:r>
              <a:rPr lang="en-US" b="true" sz="5555" spc="-361">
                <a:solidFill>
                  <a:srgbClr val="52CFE0"/>
                </a:solidFill>
                <a:latin typeface="DM Sans Bold"/>
                <a:ea typeface="DM Sans Bold"/>
                <a:cs typeface="DM Sans Bold"/>
                <a:sym typeface="DM Sans Bold"/>
              </a:rPr>
              <a:t>PERMITIR O UTILIZADOR ADVINHAR PALAVRAS ATRAVÉS DE TENTATIVAS;</a:t>
            </a:r>
          </a:p>
          <a:p>
            <a:pPr algn="l">
              <a:lnSpc>
                <a:spcPts val="4611"/>
              </a:lnSpc>
            </a:pPr>
          </a:p>
          <a:p>
            <a:pPr algn="l">
              <a:lnSpc>
                <a:spcPts val="4611"/>
              </a:lnSpc>
            </a:pPr>
            <a:r>
              <a:rPr lang="en-US" b="true" sz="5555" spc="-361">
                <a:solidFill>
                  <a:srgbClr val="52CFE0"/>
                </a:solidFill>
                <a:latin typeface="DM Sans Bold"/>
                <a:ea typeface="DM Sans Bold"/>
                <a:cs typeface="DM Sans Bold"/>
                <a:sym typeface="DM Sans Bold"/>
              </a:rPr>
              <a:t>GARANTIR UMA INTERFACE CLARA E INTUITIVA;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01929" y="639280"/>
            <a:ext cx="11757371" cy="757602"/>
            <a:chOff x="0" y="0"/>
            <a:chExt cx="3096591" cy="1995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96591" cy="199533"/>
            </a:xfrm>
            <a:custGeom>
              <a:avLst/>
              <a:gdLst/>
              <a:ahLst/>
              <a:cxnLst/>
              <a:rect r="r" b="b" t="t" l="l"/>
              <a:pathLst>
                <a:path h="199533" w="3096591">
                  <a:moveTo>
                    <a:pt x="6585" y="0"/>
                  </a:moveTo>
                  <a:lnTo>
                    <a:pt x="3090007" y="0"/>
                  </a:lnTo>
                  <a:cubicBezTo>
                    <a:pt x="3093643" y="0"/>
                    <a:pt x="3096591" y="2948"/>
                    <a:pt x="3096591" y="6585"/>
                  </a:cubicBezTo>
                  <a:lnTo>
                    <a:pt x="3096591" y="192948"/>
                  </a:lnTo>
                  <a:cubicBezTo>
                    <a:pt x="3096591" y="196585"/>
                    <a:pt x="3093643" y="199533"/>
                    <a:pt x="3090007" y="199533"/>
                  </a:cubicBezTo>
                  <a:lnTo>
                    <a:pt x="6585" y="199533"/>
                  </a:lnTo>
                  <a:cubicBezTo>
                    <a:pt x="2948" y="199533"/>
                    <a:pt x="0" y="196585"/>
                    <a:pt x="0" y="192948"/>
                  </a:cubicBezTo>
                  <a:lnTo>
                    <a:pt x="0" y="6585"/>
                  </a:lnTo>
                  <a:cubicBezTo>
                    <a:pt x="0" y="2948"/>
                    <a:pt x="2948" y="0"/>
                    <a:pt x="658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3096591" cy="170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5699753"/>
            <a:ext cx="624254" cy="62425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9374577" y="5842701"/>
            <a:ext cx="203860" cy="338357"/>
          </a:xfrm>
          <a:custGeom>
            <a:avLst/>
            <a:gdLst/>
            <a:ahLst/>
            <a:cxnLst/>
            <a:rect r="r" b="b" t="t" l="l"/>
            <a:pathLst>
              <a:path h="338357" w="203860">
                <a:moveTo>
                  <a:pt x="203859" y="0"/>
                </a:moveTo>
                <a:lnTo>
                  <a:pt x="0" y="0"/>
                </a:lnTo>
                <a:lnTo>
                  <a:pt x="0" y="338357"/>
                </a:lnTo>
                <a:lnTo>
                  <a:pt x="203859" y="338357"/>
                </a:lnTo>
                <a:lnTo>
                  <a:pt x="20385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2871608"/>
            <a:ext cx="3520029" cy="2934293"/>
            <a:chOff x="0" y="0"/>
            <a:chExt cx="1707956" cy="1423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7956" cy="1423750"/>
            </a:xfrm>
            <a:custGeom>
              <a:avLst/>
              <a:gdLst/>
              <a:ahLst/>
              <a:cxnLst/>
              <a:rect r="r" b="b" t="t" l="l"/>
              <a:pathLst>
                <a:path h="1423750" w="1707956">
                  <a:moveTo>
                    <a:pt x="109970" y="0"/>
                  </a:moveTo>
                  <a:lnTo>
                    <a:pt x="1597986" y="0"/>
                  </a:lnTo>
                  <a:cubicBezTo>
                    <a:pt x="1658721" y="0"/>
                    <a:pt x="1707956" y="49235"/>
                    <a:pt x="1707956" y="109970"/>
                  </a:cubicBezTo>
                  <a:lnTo>
                    <a:pt x="1707956" y="1313781"/>
                  </a:lnTo>
                  <a:cubicBezTo>
                    <a:pt x="1707956" y="1342947"/>
                    <a:pt x="1696370" y="1370918"/>
                    <a:pt x="1675746" y="1391541"/>
                  </a:cubicBezTo>
                  <a:cubicBezTo>
                    <a:pt x="1655123" y="1412164"/>
                    <a:pt x="1627152" y="1423750"/>
                    <a:pt x="1597986" y="1423750"/>
                  </a:cubicBezTo>
                  <a:lnTo>
                    <a:pt x="109970" y="1423750"/>
                  </a:lnTo>
                  <a:cubicBezTo>
                    <a:pt x="80804" y="1423750"/>
                    <a:pt x="52833" y="1412164"/>
                    <a:pt x="32209" y="1391541"/>
                  </a:cubicBezTo>
                  <a:cubicBezTo>
                    <a:pt x="11586" y="1370918"/>
                    <a:pt x="0" y="1342947"/>
                    <a:pt x="0" y="1313781"/>
                  </a:cubicBezTo>
                  <a:lnTo>
                    <a:pt x="0" y="109970"/>
                  </a:lnTo>
                  <a:cubicBezTo>
                    <a:pt x="0" y="80804"/>
                    <a:pt x="11586" y="52833"/>
                    <a:pt x="32209" y="32209"/>
                  </a:cubicBezTo>
                  <a:cubicBezTo>
                    <a:pt x="52833" y="11586"/>
                    <a:pt x="80804" y="0"/>
                    <a:pt x="109970" y="0"/>
                  </a:cubicBez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707956" cy="137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2871608"/>
            <a:ext cx="3520029" cy="2934293"/>
            <a:chOff x="0" y="0"/>
            <a:chExt cx="1707956" cy="14237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7956" cy="1423750"/>
            </a:xfrm>
            <a:custGeom>
              <a:avLst/>
              <a:gdLst/>
              <a:ahLst/>
              <a:cxnLst/>
              <a:rect r="r" b="b" t="t" l="l"/>
              <a:pathLst>
                <a:path h="1423750" w="1707956">
                  <a:moveTo>
                    <a:pt x="109970" y="0"/>
                  </a:moveTo>
                  <a:lnTo>
                    <a:pt x="1597986" y="0"/>
                  </a:lnTo>
                  <a:cubicBezTo>
                    <a:pt x="1658721" y="0"/>
                    <a:pt x="1707956" y="49235"/>
                    <a:pt x="1707956" y="109970"/>
                  </a:cubicBezTo>
                  <a:lnTo>
                    <a:pt x="1707956" y="1313781"/>
                  </a:lnTo>
                  <a:cubicBezTo>
                    <a:pt x="1707956" y="1342947"/>
                    <a:pt x="1696370" y="1370918"/>
                    <a:pt x="1675746" y="1391541"/>
                  </a:cubicBezTo>
                  <a:cubicBezTo>
                    <a:pt x="1655123" y="1412164"/>
                    <a:pt x="1627152" y="1423750"/>
                    <a:pt x="1597986" y="1423750"/>
                  </a:cubicBezTo>
                  <a:lnTo>
                    <a:pt x="109970" y="1423750"/>
                  </a:lnTo>
                  <a:cubicBezTo>
                    <a:pt x="80804" y="1423750"/>
                    <a:pt x="52833" y="1412164"/>
                    <a:pt x="32209" y="1391541"/>
                  </a:cubicBezTo>
                  <a:cubicBezTo>
                    <a:pt x="11586" y="1370918"/>
                    <a:pt x="0" y="1342947"/>
                    <a:pt x="0" y="1313781"/>
                  </a:cubicBezTo>
                  <a:lnTo>
                    <a:pt x="0" y="109970"/>
                  </a:lnTo>
                  <a:cubicBezTo>
                    <a:pt x="0" y="80804"/>
                    <a:pt x="11586" y="52833"/>
                    <a:pt x="32209" y="32209"/>
                  </a:cubicBezTo>
                  <a:cubicBezTo>
                    <a:pt x="52833" y="11586"/>
                    <a:pt x="80804" y="0"/>
                    <a:pt x="109970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47625"/>
              <a:ext cx="1707956" cy="137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13991" y="2871608"/>
            <a:ext cx="3520029" cy="2934293"/>
            <a:chOff x="0" y="0"/>
            <a:chExt cx="1707956" cy="14237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7956" cy="1423750"/>
            </a:xfrm>
            <a:custGeom>
              <a:avLst/>
              <a:gdLst/>
              <a:ahLst/>
              <a:cxnLst/>
              <a:rect r="r" b="b" t="t" l="l"/>
              <a:pathLst>
                <a:path h="1423750" w="1707956">
                  <a:moveTo>
                    <a:pt x="109970" y="0"/>
                  </a:moveTo>
                  <a:lnTo>
                    <a:pt x="1597986" y="0"/>
                  </a:lnTo>
                  <a:cubicBezTo>
                    <a:pt x="1658721" y="0"/>
                    <a:pt x="1707956" y="49235"/>
                    <a:pt x="1707956" y="109970"/>
                  </a:cubicBezTo>
                  <a:lnTo>
                    <a:pt x="1707956" y="1313781"/>
                  </a:lnTo>
                  <a:cubicBezTo>
                    <a:pt x="1707956" y="1342947"/>
                    <a:pt x="1696370" y="1370918"/>
                    <a:pt x="1675746" y="1391541"/>
                  </a:cubicBezTo>
                  <a:cubicBezTo>
                    <a:pt x="1655123" y="1412164"/>
                    <a:pt x="1627152" y="1423750"/>
                    <a:pt x="1597986" y="1423750"/>
                  </a:cubicBezTo>
                  <a:lnTo>
                    <a:pt x="109970" y="1423750"/>
                  </a:lnTo>
                  <a:cubicBezTo>
                    <a:pt x="80804" y="1423750"/>
                    <a:pt x="52833" y="1412164"/>
                    <a:pt x="32209" y="1391541"/>
                  </a:cubicBezTo>
                  <a:cubicBezTo>
                    <a:pt x="11586" y="1370918"/>
                    <a:pt x="0" y="1342947"/>
                    <a:pt x="0" y="1313781"/>
                  </a:cubicBezTo>
                  <a:lnTo>
                    <a:pt x="0" y="109970"/>
                  </a:lnTo>
                  <a:cubicBezTo>
                    <a:pt x="0" y="80804"/>
                    <a:pt x="11586" y="52833"/>
                    <a:pt x="32209" y="32209"/>
                  </a:cubicBezTo>
                  <a:cubicBezTo>
                    <a:pt x="52833" y="11586"/>
                    <a:pt x="80804" y="0"/>
                    <a:pt x="109970" y="0"/>
                  </a:cubicBez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47625"/>
              <a:ext cx="1707956" cy="137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113991" y="2871608"/>
            <a:ext cx="3520029" cy="2934293"/>
            <a:chOff x="0" y="0"/>
            <a:chExt cx="1707956" cy="14237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07956" cy="1423750"/>
            </a:xfrm>
            <a:custGeom>
              <a:avLst/>
              <a:gdLst/>
              <a:ahLst/>
              <a:cxnLst/>
              <a:rect r="r" b="b" t="t" l="l"/>
              <a:pathLst>
                <a:path h="1423750" w="1707956">
                  <a:moveTo>
                    <a:pt x="109970" y="0"/>
                  </a:moveTo>
                  <a:lnTo>
                    <a:pt x="1597986" y="0"/>
                  </a:lnTo>
                  <a:cubicBezTo>
                    <a:pt x="1658721" y="0"/>
                    <a:pt x="1707956" y="49235"/>
                    <a:pt x="1707956" y="109970"/>
                  </a:cubicBezTo>
                  <a:lnTo>
                    <a:pt x="1707956" y="1313781"/>
                  </a:lnTo>
                  <a:cubicBezTo>
                    <a:pt x="1707956" y="1342947"/>
                    <a:pt x="1696370" y="1370918"/>
                    <a:pt x="1675746" y="1391541"/>
                  </a:cubicBezTo>
                  <a:cubicBezTo>
                    <a:pt x="1655123" y="1412164"/>
                    <a:pt x="1627152" y="1423750"/>
                    <a:pt x="1597986" y="1423750"/>
                  </a:cubicBezTo>
                  <a:lnTo>
                    <a:pt x="109970" y="1423750"/>
                  </a:lnTo>
                  <a:cubicBezTo>
                    <a:pt x="80804" y="1423750"/>
                    <a:pt x="52833" y="1412164"/>
                    <a:pt x="32209" y="1391541"/>
                  </a:cubicBezTo>
                  <a:cubicBezTo>
                    <a:pt x="11586" y="1370918"/>
                    <a:pt x="0" y="1342947"/>
                    <a:pt x="0" y="1313781"/>
                  </a:cubicBezTo>
                  <a:lnTo>
                    <a:pt x="0" y="109970"/>
                  </a:lnTo>
                  <a:cubicBezTo>
                    <a:pt x="0" y="80804"/>
                    <a:pt x="11586" y="52833"/>
                    <a:pt x="32209" y="32209"/>
                  </a:cubicBezTo>
                  <a:cubicBezTo>
                    <a:pt x="52833" y="11586"/>
                    <a:pt x="80804" y="0"/>
                    <a:pt x="109970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47625"/>
              <a:ext cx="1707956" cy="137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8700" y="6324007"/>
            <a:ext cx="3520029" cy="2934293"/>
            <a:chOff x="0" y="0"/>
            <a:chExt cx="1707956" cy="14237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07956" cy="1423750"/>
            </a:xfrm>
            <a:custGeom>
              <a:avLst/>
              <a:gdLst/>
              <a:ahLst/>
              <a:cxnLst/>
              <a:rect r="r" b="b" t="t" l="l"/>
              <a:pathLst>
                <a:path h="1423750" w="1707956">
                  <a:moveTo>
                    <a:pt x="109970" y="0"/>
                  </a:moveTo>
                  <a:lnTo>
                    <a:pt x="1597986" y="0"/>
                  </a:lnTo>
                  <a:cubicBezTo>
                    <a:pt x="1658721" y="0"/>
                    <a:pt x="1707956" y="49235"/>
                    <a:pt x="1707956" y="109970"/>
                  </a:cubicBezTo>
                  <a:lnTo>
                    <a:pt x="1707956" y="1313781"/>
                  </a:lnTo>
                  <a:cubicBezTo>
                    <a:pt x="1707956" y="1342947"/>
                    <a:pt x="1696370" y="1370918"/>
                    <a:pt x="1675746" y="1391541"/>
                  </a:cubicBezTo>
                  <a:cubicBezTo>
                    <a:pt x="1655123" y="1412164"/>
                    <a:pt x="1627152" y="1423750"/>
                    <a:pt x="1597986" y="1423750"/>
                  </a:cubicBezTo>
                  <a:lnTo>
                    <a:pt x="109970" y="1423750"/>
                  </a:lnTo>
                  <a:cubicBezTo>
                    <a:pt x="80804" y="1423750"/>
                    <a:pt x="52833" y="1412164"/>
                    <a:pt x="32209" y="1391541"/>
                  </a:cubicBezTo>
                  <a:cubicBezTo>
                    <a:pt x="11586" y="1370918"/>
                    <a:pt x="0" y="1342947"/>
                    <a:pt x="0" y="1313781"/>
                  </a:cubicBezTo>
                  <a:lnTo>
                    <a:pt x="0" y="109970"/>
                  </a:lnTo>
                  <a:cubicBezTo>
                    <a:pt x="0" y="80804"/>
                    <a:pt x="11586" y="52833"/>
                    <a:pt x="32209" y="32209"/>
                  </a:cubicBezTo>
                  <a:cubicBezTo>
                    <a:pt x="52833" y="11586"/>
                    <a:pt x="80804" y="0"/>
                    <a:pt x="109970" y="0"/>
                  </a:cubicBez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47625"/>
              <a:ext cx="1707956" cy="137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8700" y="6324007"/>
            <a:ext cx="3520029" cy="2934293"/>
            <a:chOff x="0" y="0"/>
            <a:chExt cx="1707956" cy="14237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07956" cy="1423750"/>
            </a:xfrm>
            <a:custGeom>
              <a:avLst/>
              <a:gdLst/>
              <a:ahLst/>
              <a:cxnLst/>
              <a:rect r="r" b="b" t="t" l="l"/>
              <a:pathLst>
                <a:path h="1423750" w="1707956">
                  <a:moveTo>
                    <a:pt x="109970" y="0"/>
                  </a:moveTo>
                  <a:lnTo>
                    <a:pt x="1597986" y="0"/>
                  </a:lnTo>
                  <a:cubicBezTo>
                    <a:pt x="1658721" y="0"/>
                    <a:pt x="1707956" y="49235"/>
                    <a:pt x="1707956" y="109970"/>
                  </a:cubicBezTo>
                  <a:lnTo>
                    <a:pt x="1707956" y="1313781"/>
                  </a:lnTo>
                  <a:cubicBezTo>
                    <a:pt x="1707956" y="1342947"/>
                    <a:pt x="1696370" y="1370918"/>
                    <a:pt x="1675746" y="1391541"/>
                  </a:cubicBezTo>
                  <a:cubicBezTo>
                    <a:pt x="1655123" y="1412164"/>
                    <a:pt x="1627152" y="1423750"/>
                    <a:pt x="1597986" y="1423750"/>
                  </a:cubicBezTo>
                  <a:lnTo>
                    <a:pt x="109970" y="1423750"/>
                  </a:lnTo>
                  <a:cubicBezTo>
                    <a:pt x="80804" y="1423750"/>
                    <a:pt x="52833" y="1412164"/>
                    <a:pt x="32209" y="1391541"/>
                  </a:cubicBezTo>
                  <a:cubicBezTo>
                    <a:pt x="11586" y="1370918"/>
                    <a:pt x="0" y="1342947"/>
                    <a:pt x="0" y="1313781"/>
                  </a:cubicBezTo>
                  <a:lnTo>
                    <a:pt x="0" y="109970"/>
                  </a:lnTo>
                  <a:cubicBezTo>
                    <a:pt x="0" y="80804"/>
                    <a:pt x="11586" y="52833"/>
                    <a:pt x="32209" y="32209"/>
                  </a:cubicBezTo>
                  <a:cubicBezTo>
                    <a:pt x="52833" y="11586"/>
                    <a:pt x="80804" y="0"/>
                    <a:pt x="109970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47625"/>
              <a:ext cx="1707956" cy="137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113991" y="6324007"/>
            <a:ext cx="3520029" cy="2934293"/>
            <a:chOff x="0" y="0"/>
            <a:chExt cx="1707956" cy="14237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07956" cy="1423750"/>
            </a:xfrm>
            <a:custGeom>
              <a:avLst/>
              <a:gdLst/>
              <a:ahLst/>
              <a:cxnLst/>
              <a:rect r="r" b="b" t="t" l="l"/>
              <a:pathLst>
                <a:path h="1423750" w="1707956">
                  <a:moveTo>
                    <a:pt x="109970" y="0"/>
                  </a:moveTo>
                  <a:lnTo>
                    <a:pt x="1597986" y="0"/>
                  </a:lnTo>
                  <a:cubicBezTo>
                    <a:pt x="1658721" y="0"/>
                    <a:pt x="1707956" y="49235"/>
                    <a:pt x="1707956" y="109970"/>
                  </a:cubicBezTo>
                  <a:lnTo>
                    <a:pt x="1707956" y="1313781"/>
                  </a:lnTo>
                  <a:cubicBezTo>
                    <a:pt x="1707956" y="1342947"/>
                    <a:pt x="1696370" y="1370918"/>
                    <a:pt x="1675746" y="1391541"/>
                  </a:cubicBezTo>
                  <a:cubicBezTo>
                    <a:pt x="1655123" y="1412164"/>
                    <a:pt x="1627152" y="1423750"/>
                    <a:pt x="1597986" y="1423750"/>
                  </a:cubicBezTo>
                  <a:lnTo>
                    <a:pt x="109970" y="1423750"/>
                  </a:lnTo>
                  <a:cubicBezTo>
                    <a:pt x="80804" y="1423750"/>
                    <a:pt x="52833" y="1412164"/>
                    <a:pt x="32209" y="1391541"/>
                  </a:cubicBezTo>
                  <a:cubicBezTo>
                    <a:pt x="11586" y="1370918"/>
                    <a:pt x="0" y="1342947"/>
                    <a:pt x="0" y="1313781"/>
                  </a:cubicBezTo>
                  <a:lnTo>
                    <a:pt x="0" y="109970"/>
                  </a:lnTo>
                  <a:cubicBezTo>
                    <a:pt x="0" y="80804"/>
                    <a:pt x="11586" y="52833"/>
                    <a:pt x="32209" y="32209"/>
                  </a:cubicBezTo>
                  <a:cubicBezTo>
                    <a:pt x="52833" y="11586"/>
                    <a:pt x="80804" y="0"/>
                    <a:pt x="109970" y="0"/>
                  </a:cubicBez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47625"/>
              <a:ext cx="1707956" cy="137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113991" y="6324007"/>
            <a:ext cx="3520029" cy="2934293"/>
            <a:chOff x="0" y="0"/>
            <a:chExt cx="1707956" cy="14237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07956" cy="1423750"/>
            </a:xfrm>
            <a:custGeom>
              <a:avLst/>
              <a:gdLst/>
              <a:ahLst/>
              <a:cxnLst/>
              <a:rect r="r" b="b" t="t" l="l"/>
              <a:pathLst>
                <a:path h="1423750" w="1707956">
                  <a:moveTo>
                    <a:pt x="109970" y="0"/>
                  </a:moveTo>
                  <a:lnTo>
                    <a:pt x="1597986" y="0"/>
                  </a:lnTo>
                  <a:cubicBezTo>
                    <a:pt x="1658721" y="0"/>
                    <a:pt x="1707956" y="49235"/>
                    <a:pt x="1707956" y="109970"/>
                  </a:cubicBezTo>
                  <a:lnTo>
                    <a:pt x="1707956" y="1313781"/>
                  </a:lnTo>
                  <a:cubicBezTo>
                    <a:pt x="1707956" y="1342947"/>
                    <a:pt x="1696370" y="1370918"/>
                    <a:pt x="1675746" y="1391541"/>
                  </a:cubicBezTo>
                  <a:cubicBezTo>
                    <a:pt x="1655123" y="1412164"/>
                    <a:pt x="1627152" y="1423750"/>
                    <a:pt x="1597986" y="1423750"/>
                  </a:cubicBezTo>
                  <a:lnTo>
                    <a:pt x="109970" y="1423750"/>
                  </a:lnTo>
                  <a:cubicBezTo>
                    <a:pt x="80804" y="1423750"/>
                    <a:pt x="52833" y="1412164"/>
                    <a:pt x="32209" y="1391541"/>
                  </a:cubicBezTo>
                  <a:cubicBezTo>
                    <a:pt x="11586" y="1370918"/>
                    <a:pt x="0" y="1342947"/>
                    <a:pt x="0" y="1313781"/>
                  </a:cubicBezTo>
                  <a:lnTo>
                    <a:pt x="0" y="109970"/>
                  </a:lnTo>
                  <a:cubicBezTo>
                    <a:pt x="0" y="80804"/>
                    <a:pt x="11586" y="52833"/>
                    <a:pt x="32209" y="32209"/>
                  </a:cubicBezTo>
                  <a:cubicBezTo>
                    <a:pt x="52833" y="11586"/>
                    <a:pt x="80804" y="0"/>
                    <a:pt x="109970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47625"/>
              <a:ext cx="1707956" cy="137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874005" y="808251"/>
            <a:ext cx="9377441" cy="55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1"/>
              </a:lnSpc>
            </a:pPr>
            <a:r>
              <a:rPr lang="en-US" b="true" sz="4927" spc="-98">
                <a:solidFill>
                  <a:srgbClr val="000000"/>
                </a:solidFill>
                <a:latin typeface="Simonetta Bold"/>
                <a:ea typeface="Simonetta Bold"/>
                <a:cs typeface="Simonetta Bold"/>
                <a:sym typeface="Simonetta Bold"/>
              </a:rPr>
              <a:t>DEMONSTRAÇÃO DO JOGO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511204" y="4919561"/>
            <a:ext cx="6870372" cy="2127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</a:pPr>
            <a:r>
              <a:rPr lang="en-US" sz="3034" spc="-60">
                <a:solidFill>
                  <a:srgbClr val="F7F7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Explicar como o utilizador interage;</a:t>
            </a:r>
          </a:p>
          <a:p>
            <a:pPr algn="l">
              <a:lnSpc>
                <a:spcPts val="4248"/>
              </a:lnSpc>
            </a:pPr>
            <a:r>
              <a:rPr lang="en-US" sz="3034" spc="-60">
                <a:solidFill>
                  <a:srgbClr val="F7F7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Como o sistema valida as letras;</a:t>
            </a:r>
          </a:p>
          <a:p>
            <a:pPr algn="l">
              <a:lnSpc>
                <a:spcPts val="4248"/>
              </a:lnSpc>
            </a:pPr>
            <a:r>
              <a:rPr lang="en-US" sz="3034" spc="-60">
                <a:solidFill>
                  <a:srgbClr val="F7F7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Como o jogo termina;</a:t>
            </a:r>
          </a:p>
          <a:p>
            <a:pPr algn="l">
              <a:lnSpc>
                <a:spcPts val="4248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416638" y="3729282"/>
            <a:ext cx="2744152" cy="42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1"/>
              </a:lnSpc>
            </a:pPr>
            <a:r>
              <a:rPr lang="en-US" b="true" sz="2799" spc="-55">
                <a:solidFill>
                  <a:srgbClr val="52CF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ECRÃ INICIAL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501929" y="3729282"/>
            <a:ext cx="2744152" cy="83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1"/>
              </a:lnSpc>
            </a:pPr>
            <a:r>
              <a:rPr lang="en-US" b="true" sz="2799" spc="-55">
                <a:solidFill>
                  <a:srgbClr val="52CF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ESC0LHER AS LETRAS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16638" y="6975305"/>
            <a:ext cx="2744152" cy="83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1"/>
              </a:lnSpc>
            </a:pPr>
            <a:r>
              <a:rPr lang="en-US" b="true" sz="2799" spc="-55">
                <a:solidFill>
                  <a:srgbClr val="52CF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ATUALIZAÇÃO DAS PALAVRAS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501929" y="6975305"/>
            <a:ext cx="2744152" cy="83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1"/>
              </a:lnSpc>
            </a:pPr>
            <a:r>
              <a:rPr lang="en-US" b="true" sz="2799" spc="-55">
                <a:solidFill>
                  <a:srgbClr val="52CF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VITÓRIA OU DERROTA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98101" y="542623"/>
            <a:ext cx="9612815" cy="644702"/>
            <a:chOff x="0" y="0"/>
            <a:chExt cx="2531770" cy="1697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31770" cy="169798"/>
            </a:xfrm>
            <a:custGeom>
              <a:avLst/>
              <a:gdLst/>
              <a:ahLst/>
              <a:cxnLst/>
              <a:rect r="r" b="b" t="t" l="l"/>
              <a:pathLst>
                <a:path h="169798" w="2531770">
                  <a:moveTo>
                    <a:pt x="8054" y="0"/>
                  </a:moveTo>
                  <a:lnTo>
                    <a:pt x="2523716" y="0"/>
                  </a:lnTo>
                  <a:cubicBezTo>
                    <a:pt x="2525853" y="0"/>
                    <a:pt x="2527901" y="849"/>
                    <a:pt x="2529411" y="2359"/>
                  </a:cubicBezTo>
                  <a:cubicBezTo>
                    <a:pt x="2530922" y="3869"/>
                    <a:pt x="2531770" y="5918"/>
                    <a:pt x="2531770" y="8054"/>
                  </a:cubicBezTo>
                  <a:lnTo>
                    <a:pt x="2531770" y="161744"/>
                  </a:lnTo>
                  <a:cubicBezTo>
                    <a:pt x="2531770" y="166192"/>
                    <a:pt x="2528164" y="169798"/>
                    <a:pt x="2523716" y="169798"/>
                  </a:cubicBezTo>
                  <a:lnTo>
                    <a:pt x="8054" y="169798"/>
                  </a:lnTo>
                  <a:cubicBezTo>
                    <a:pt x="3606" y="169798"/>
                    <a:pt x="0" y="166192"/>
                    <a:pt x="0" y="161744"/>
                  </a:cubicBezTo>
                  <a:lnTo>
                    <a:pt x="0" y="8054"/>
                  </a:lnTo>
                  <a:cubicBezTo>
                    <a:pt x="0" y="3606"/>
                    <a:pt x="3606" y="0"/>
                    <a:pt x="805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531770" cy="141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604519" y="707477"/>
            <a:ext cx="7783506" cy="47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9"/>
              </a:lnSpc>
            </a:pPr>
            <a:r>
              <a:rPr lang="en-US" b="true" sz="4111" spc="-82">
                <a:solidFill>
                  <a:srgbClr val="000000"/>
                </a:solidFill>
                <a:latin typeface="Simonetta Bold"/>
                <a:ea typeface="Simonetta Bold"/>
                <a:cs typeface="Simonetta Bold"/>
                <a:sym typeface="Simonetta Bold"/>
              </a:rPr>
              <a:t>DECISÃO TÉCNICA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60139" y="3508799"/>
            <a:ext cx="6474907" cy="403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4"/>
              </a:lnSpc>
            </a:pPr>
            <a:r>
              <a:rPr lang="en-US" sz="2860" spc="-57">
                <a:solidFill>
                  <a:srgbClr val="F7F7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Linguagem utilizada : Python</a:t>
            </a:r>
          </a:p>
          <a:p>
            <a:pPr algn="l">
              <a:lnSpc>
                <a:spcPts val="4004"/>
              </a:lnSpc>
            </a:pPr>
          </a:p>
          <a:p>
            <a:pPr algn="l" marL="617525" indent="-308762" lvl="1">
              <a:lnSpc>
                <a:spcPts val="4004"/>
              </a:lnSpc>
              <a:buFont typeface="Arial"/>
              <a:buChar char="•"/>
            </a:pPr>
            <a:r>
              <a:rPr lang="en-US" sz="2860" spc="-57">
                <a:solidFill>
                  <a:srgbClr val="F7F7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GitHUb: [github.com/samimedeiros/jogo-da-forca](https://github.com/samimedeiros/jogo-da-forca)</a:t>
            </a:r>
          </a:p>
          <a:p>
            <a:pPr algn="l">
              <a:lnSpc>
                <a:spcPts val="4004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6635046" y="8596795"/>
            <a:ext cx="624254" cy="62425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6865622" y="8739744"/>
            <a:ext cx="203860" cy="338357"/>
          </a:xfrm>
          <a:custGeom>
            <a:avLst/>
            <a:gdLst/>
            <a:ahLst/>
            <a:cxnLst/>
            <a:rect r="r" b="b" t="t" l="l"/>
            <a:pathLst>
              <a:path h="338357" w="203860">
                <a:moveTo>
                  <a:pt x="203860" y="0"/>
                </a:moveTo>
                <a:lnTo>
                  <a:pt x="0" y="0"/>
                </a:lnTo>
                <a:lnTo>
                  <a:pt x="0" y="338356"/>
                </a:lnTo>
                <a:lnTo>
                  <a:pt x="203860" y="338356"/>
                </a:lnTo>
                <a:lnTo>
                  <a:pt x="20386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2755235"/>
            <a:ext cx="8348235" cy="6465814"/>
            <a:chOff x="0" y="0"/>
            <a:chExt cx="2198712" cy="17029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8712" cy="1702930"/>
            </a:xfrm>
            <a:custGeom>
              <a:avLst/>
              <a:gdLst/>
              <a:ahLst/>
              <a:cxnLst/>
              <a:rect r="r" b="b" t="t" l="l"/>
              <a:pathLst>
                <a:path h="1702930" w="2198712">
                  <a:moveTo>
                    <a:pt x="46369" y="0"/>
                  </a:moveTo>
                  <a:lnTo>
                    <a:pt x="2152343" y="0"/>
                  </a:lnTo>
                  <a:cubicBezTo>
                    <a:pt x="2164641" y="0"/>
                    <a:pt x="2176435" y="4885"/>
                    <a:pt x="2185131" y="13581"/>
                  </a:cubicBezTo>
                  <a:cubicBezTo>
                    <a:pt x="2193827" y="22277"/>
                    <a:pt x="2198712" y="34071"/>
                    <a:pt x="2198712" y="46369"/>
                  </a:cubicBezTo>
                  <a:lnTo>
                    <a:pt x="2198712" y="1656562"/>
                  </a:lnTo>
                  <a:cubicBezTo>
                    <a:pt x="2198712" y="1668860"/>
                    <a:pt x="2193827" y="1680653"/>
                    <a:pt x="2185131" y="1689349"/>
                  </a:cubicBezTo>
                  <a:cubicBezTo>
                    <a:pt x="2176435" y="1698045"/>
                    <a:pt x="2164641" y="1702930"/>
                    <a:pt x="2152343" y="1702930"/>
                  </a:cubicBezTo>
                  <a:lnTo>
                    <a:pt x="46369" y="1702930"/>
                  </a:lnTo>
                  <a:cubicBezTo>
                    <a:pt x="20760" y="1702930"/>
                    <a:pt x="0" y="1682170"/>
                    <a:pt x="0" y="1656562"/>
                  </a:cubicBezTo>
                  <a:lnTo>
                    <a:pt x="0" y="46369"/>
                  </a:lnTo>
                  <a:cubicBezTo>
                    <a:pt x="0" y="34071"/>
                    <a:pt x="4885" y="22277"/>
                    <a:pt x="13581" y="13581"/>
                  </a:cubicBezTo>
                  <a:cubicBezTo>
                    <a:pt x="22277" y="4885"/>
                    <a:pt x="34071" y="0"/>
                    <a:pt x="46369" y="0"/>
                  </a:cubicBez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47625"/>
              <a:ext cx="2198712" cy="1655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2755235"/>
            <a:ext cx="8348235" cy="6465814"/>
            <a:chOff x="0" y="0"/>
            <a:chExt cx="2198712" cy="17029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8712" cy="1702930"/>
            </a:xfrm>
            <a:custGeom>
              <a:avLst/>
              <a:gdLst/>
              <a:ahLst/>
              <a:cxnLst/>
              <a:rect r="r" b="b" t="t" l="l"/>
              <a:pathLst>
                <a:path h="1702930" w="2198712">
                  <a:moveTo>
                    <a:pt x="46369" y="0"/>
                  </a:moveTo>
                  <a:lnTo>
                    <a:pt x="2152343" y="0"/>
                  </a:lnTo>
                  <a:cubicBezTo>
                    <a:pt x="2164641" y="0"/>
                    <a:pt x="2176435" y="4885"/>
                    <a:pt x="2185131" y="13581"/>
                  </a:cubicBezTo>
                  <a:cubicBezTo>
                    <a:pt x="2193827" y="22277"/>
                    <a:pt x="2198712" y="34071"/>
                    <a:pt x="2198712" y="46369"/>
                  </a:cubicBezTo>
                  <a:lnTo>
                    <a:pt x="2198712" y="1656562"/>
                  </a:lnTo>
                  <a:cubicBezTo>
                    <a:pt x="2198712" y="1668860"/>
                    <a:pt x="2193827" y="1680653"/>
                    <a:pt x="2185131" y="1689349"/>
                  </a:cubicBezTo>
                  <a:cubicBezTo>
                    <a:pt x="2176435" y="1698045"/>
                    <a:pt x="2164641" y="1702930"/>
                    <a:pt x="2152343" y="1702930"/>
                  </a:cubicBezTo>
                  <a:lnTo>
                    <a:pt x="46369" y="1702930"/>
                  </a:lnTo>
                  <a:cubicBezTo>
                    <a:pt x="20760" y="1702930"/>
                    <a:pt x="0" y="1682170"/>
                    <a:pt x="0" y="1656562"/>
                  </a:cubicBezTo>
                  <a:lnTo>
                    <a:pt x="0" y="46369"/>
                  </a:lnTo>
                  <a:cubicBezTo>
                    <a:pt x="0" y="34071"/>
                    <a:pt x="4885" y="22277"/>
                    <a:pt x="13581" y="13581"/>
                  </a:cubicBezTo>
                  <a:cubicBezTo>
                    <a:pt x="22277" y="4885"/>
                    <a:pt x="34071" y="0"/>
                    <a:pt x="46369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47625"/>
              <a:ext cx="2198712" cy="1655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45754" y="3259460"/>
            <a:ext cx="7314126" cy="5512603"/>
            <a:chOff x="0" y="0"/>
            <a:chExt cx="1313684" cy="99011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13684" cy="990114"/>
            </a:xfrm>
            <a:custGeom>
              <a:avLst/>
              <a:gdLst/>
              <a:ahLst/>
              <a:cxnLst/>
              <a:rect r="r" b="b" t="t" l="l"/>
              <a:pathLst>
                <a:path h="990114" w="1313684">
                  <a:moveTo>
                    <a:pt x="52924" y="0"/>
                  </a:moveTo>
                  <a:lnTo>
                    <a:pt x="1260760" y="0"/>
                  </a:lnTo>
                  <a:cubicBezTo>
                    <a:pt x="1289989" y="0"/>
                    <a:pt x="1313684" y="23695"/>
                    <a:pt x="1313684" y="52924"/>
                  </a:cubicBezTo>
                  <a:lnTo>
                    <a:pt x="1313684" y="937190"/>
                  </a:lnTo>
                  <a:cubicBezTo>
                    <a:pt x="1313684" y="951226"/>
                    <a:pt x="1308109" y="964688"/>
                    <a:pt x="1298183" y="974613"/>
                  </a:cubicBezTo>
                  <a:cubicBezTo>
                    <a:pt x="1288258" y="984538"/>
                    <a:pt x="1274796" y="990114"/>
                    <a:pt x="1260760" y="990114"/>
                  </a:cubicBezTo>
                  <a:lnTo>
                    <a:pt x="52924" y="990114"/>
                  </a:lnTo>
                  <a:cubicBezTo>
                    <a:pt x="38888" y="990114"/>
                    <a:pt x="25426" y="984538"/>
                    <a:pt x="15501" y="974613"/>
                  </a:cubicBezTo>
                  <a:cubicBezTo>
                    <a:pt x="5576" y="964688"/>
                    <a:pt x="0" y="951226"/>
                    <a:pt x="0" y="937190"/>
                  </a:cubicBezTo>
                  <a:lnTo>
                    <a:pt x="0" y="52924"/>
                  </a:lnTo>
                  <a:cubicBezTo>
                    <a:pt x="0" y="38888"/>
                    <a:pt x="5576" y="25426"/>
                    <a:pt x="15501" y="15501"/>
                  </a:cubicBezTo>
                  <a:cubicBezTo>
                    <a:pt x="25426" y="5576"/>
                    <a:pt x="38888" y="0"/>
                    <a:pt x="52924" y="0"/>
                  </a:cubicBezTo>
                  <a:close/>
                </a:path>
              </a:pathLst>
            </a:custGeom>
            <a:blipFill>
              <a:blip r:embed="rId5"/>
              <a:stretch>
                <a:fillRect l="-6668" t="0" r="-6668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635046" y="6392336"/>
            <a:ext cx="624254" cy="62425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6865622" y="6535285"/>
            <a:ext cx="203860" cy="338357"/>
          </a:xfrm>
          <a:custGeom>
            <a:avLst/>
            <a:gdLst/>
            <a:ahLst/>
            <a:cxnLst/>
            <a:rect r="r" b="b" t="t" l="l"/>
            <a:pathLst>
              <a:path h="338357" w="203860">
                <a:moveTo>
                  <a:pt x="203860" y="0"/>
                </a:moveTo>
                <a:lnTo>
                  <a:pt x="0" y="0"/>
                </a:lnTo>
                <a:lnTo>
                  <a:pt x="0" y="338357"/>
                </a:lnTo>
                <a:lnTo>
                  <a:pt x="203860" y="338357"/>
                </a:lnTo>
                <a:lnTo>
                  <a:pt x="20386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1209125"/>
            <a:ext cx="4752943" cy="3013697"/>
            <a:chOff x="0" y="0"/>
            <a:chExt cx="1251804" cy="7937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1804" cy="793731"/>
            </a:xfrm>
            <a:custGeom>
              <a:avLst/>
              <a:gdLst/>
              <a:ahLst/>
              <a:cxnLst/>
              <a:rect r="r" b="b" t="t" l="l"/>
              <a:pathLst>
                <a:path h="793731" w="1251804">
                  <a:moveTo>
                    <a:pt x="81443" y="0"/>
                  </a:moveTo>
                  <a:lnTo>
                    <a:pt x="1170360" y="0"/>
                  </a:lnTo>
                  <a:cubicBezTo>
                    <a:pt x="1215340" y="0"/>
                    <a:pt x="1251804" y="36463"/>
                    <a:pt x="1251804" y="81443"/>
                  </a:cubicBezTo>
                  <a:lnTo>
                    <a:pt x="1251804" y="712288"/>
                  </a:lnTo>
                  <a:cubicBezTo>
                    <a:pt x="1251804" y="733888"/>
                    <a:pt x="1243223" y="754603"/>
                    <a:pt x="1227950" y="769877"/>
                  </a:cubicBezTo>
                  <a:cubicBezTo>
                    <a:pt x="1212676" y="785150"/>
                    <a:pt x="1191961" y="793731"/>
                    <a:pt x="1170360" y="793731"/>
                  </a:cubicBezTo>
                  <a:lnTo>
                    <a:pt x="81443" y="793731"/>
                  </a:lnTo>
                  <a:cubicBezTo>
                    <a:pt x="59843" y="793731"/>
                    <a:pt x="39128" y="785150"/>
                    <a:pt x="23854" y="769877"/>
                  </a:cubicBezTo>
                  <a:cubicBezTo>
                    <a:pt x="8581" y="754603"/>
                    <a:pt x="0" y="733888"/>
                    <a:pt x="0" y="712288"/>
                  </a:cubicBezTo>
                  <a:lnTo>
                    <a:pt x="0" y="81443"/>
                  </a:lnTo>
                  <a:cubicBezTo>
                    <a:pt x="0" y="59843"/>
                    <a:pt x="8581" y="39128"/>
                    <a:pt x="23854" y="23854"/>
                  </a:cubicBezTo>
                  <a:cubicBezTo>
                    <a:pt x="39128" y="8581"/>
                    <a:pt x="59843" y="0"/>
                    <a:pt x="81443" y="0"/>
                  </a:cubicBez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1251804" cy="746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1209125"/>
            <a:ext cx="4752943" cy="3013697"/>
            <a:chOff x="0" y="0"/>
            <a:chExt cx="1251804" cy="7937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1804" cy="793731"/>
            </a:xfrm>
            <a:custGeom>
              <a:avLst/>
              <a:gdLst/>
              <a:ahLst/>
              <a:cxnLst/>
              <a:rect r="r" b="b" t="t" l="l"/>
              <a:pathLst>
                <a:path h="793731" w="1251804">
                  <a:moveTo>
                    <a:pt x="81443" y="0"/>
                  </a:moveTo>
                  <a:lnTo>
                    <a:pt x="1170360" y="0"/>
                  </a:lnTo>
                  <a:cubicBezTo>
                    <a:pt x="1215340" y="0"/>
                    <a:pt x="1251804" y="36463"/>
                    <a:pt x="1251804" y="81443"/>
                  </a:cubicBezTo>
                  <a:lnTo>
                    <a:pt x="1251804" y="712288"/>
                  </a:lnTo>
                  <a:cubicBezTo>
                    <a:pt x="1251804" y="733888"/>
                    <a:pt x="1243223" y="754603"/>
                    <a:pt x="1227950" y="769877"/>
                  </a:cubicBezTo>
                  <a:cubicBezTo>
                    <a:pt x="1212676" y="785150"/>
                    <a:pt x="1191961" y="793731"/>
                    <a:pt x="1170360" y="793731"/>
                  </a:cubicBezTo>
                  <a:lnTo>
                    <a:pt x="81443" y="793731"/>
                  </a:lnTo>
                  <a:cubicBezTo>
                    <a:pt x="59843" y="793731"/>
                    <a:pt x="39128" y="785150"/>
                    <a:pt x="23854" y="769877"/>
                  </a:cubicBezTo>
                  <a:cubicBezTo>
                    <a:pt x="8581" y="754603"/>
                    <a:pt x="0" y="733888"/>
                    <a:pt x="0" y="712288"/>
                  </a:cubicBezTo>
                  <a:lnTo>
                    <a:pt x="0" y="81443"/>
                  </a:lnTo>
                  <a:cubicBezTo>
                    <a:pt x="0" y="59843"/>
                    <a:pt x="8581" y="39128"/>
                    <a:pt x="23854" y="23854"/>
                  </a:cubicBezTo>
                  <a:cubicBezTo>
                    <a:pt x="39128" y="8581"/>
                    <a:pt x="59843" y="0"/>
                    <a:pt x="81443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251804" cy="746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078534" y="5366793"/>
            <a:ext cx="4752943" cy="3013697"/>
            <a:chOff x="0" y="0"/>
            <a:chExt cx="1251804" cy="7937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1804" cy="793731"/>
            </a:xfrm>
            <a:custGeom>
              <a:avLst/>
              <a:gdLst/>
              <a:ahLst/>
              <a:cxnLst/>
              <a:rect r="r" b="b" t="t" l="l"/>
              <a:pathLst>
                <a:path h="793731" w="1251804">
                  <a:moveTo>
                    <a:pt x="81443" y="0"/>
                  </a:moveTo>
                  <a:lnTo>
                    <a:pt x="1170360" y="0"/>
                  </a:lnTo>
                  <a:cubicBezTo>
                    <a:pt x="1215340" y="0"/>
                    <a:pt x="1251804" y="36463"/>
                    <a:pt x="1251804" y="81443"/>
                  </a:cubicBezTo>
                  <a:lnTo>
                    <a:pt x="1251804" y="712288"/>
                  </a:lnTo>
                  <a:cubicBezTo>
                    <a:pt x="1251804" y="733888"/>
                    <a:pt x="1243223" y="754603"/>
                    <a:pt x="1227950" y="769877"/>
                  </a:cubicBezTo>
                  <a:cubicBezTo>
                    <a:pt x="1212676" y="785150"/>
                    <a:pt x="1191961" y="793731"/>
                    <a:pt x="1170360" y="793731"/>
                  </a:cubicBezTo>
                  <a:lnTo>
                    <a:pt x="81443" y="793731"/>
                  </a:lnTo>
                  <a:cubicBezTo>
                    <a:pt x="59843" y="793731"/>
                    <a:pt x="39128" y="785150"/>
                    <a:pt x="23854" y="769877"/>
                  </a:cubicBezTo>
                  <a:cubicBezTo>
                    <a:pt x="8581" y="754603"/>
                    <a:pt x="0" y="733888"/>
                    <a:pt x="0" y="712288"/>
                  </a:cubicBezTo>
                  <a:lnTo>
                    <a:pt x="0" y="81443"/>
                  </a:lnTo>
                  <a:cubicBezTo>
                    <a:pt x="0" y="59843"/>
                    <a:pt x="8581" y="39128"/>
                    <a:pt x="23854" y="23854"/>
                  </a:cubicBezTo>
                  <a:cubicBezTo>
                    <a:pt x="39128" y="8581"/>
                    <a:pt x="59843" y="0"/>
                    <a:pt x="81443" y="0"/>
                  </a:cubicBez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47625"/>
              <a:ext cx="1251804" cy="746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078534" y="5459474"/>
            <a:ext cx="4752943" cy="3013697"/>
            <a:chOff x="0" y="0"/>
            <a:chExt cx="1251804" cy="7937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51804" cy="793731"/>
            </a:xfrm>
            <a:custGeom>
              <a:avLst/>
              <a:gdLst/>
              <a:ahLst/>
              <a:cxnLst/>
              <a:rect r="r" b="b" t="t" l="l"/>
              <a:pathLst>
                <a:path h="793731" w="1251804">
                  <a:moveTo>
                    <a:pt x="81443" y="0"/>
                  </a:moveTo>
                  <a:lnTo>
                    <a:pt x="1170360" y="0"/>
                  </a:lnTo>
                  <a:cubicBezTo>
                    <a:pt x="1215340" y="0"/>
                    <a:pt x="1251804" y="36463"/>
                    <a:pt x="1251804" y="81443"/>
                  </a:cubicBezTo>
                  <a:lnTo>
                    <a:pt x="1251804" y="712288"/>
                  </a:lnTo>
                  <a:cubicBezTo>
                    <a:pt x="1251804" y="733888"/>
                    <a:pt x="1243223" y="754603"/>
                    <a:pt x="1227950" y="769877"/>
                  </a:cubicBezTo>
                  <a:cubicBezTo>
                    <a:pt x="1212676" y="785150"/>
                    <a:pt x="1191961" y="793731"/>
                    <a:pt x="1170360" y="793731"/>
                  </a:cubicBezTo>
                  <a:lnTo>
                    <a:pt x="81443" y="793731"/>
                  </a:lnTo>
                  <a:cubicBezTo>
                    <a:pt x="59843" y="793731"/>
                    <a:pt x="39128" y="785150"/>
                    <a:pt x="23854" y="769877"/>
                  </a:cubicBezTo>
                  <a:cubicBezTo>
                    <a:pt x="8581" y="754603"/>
                    <a:pt x="0" y="733888"/>
                    <a:pt x="0" y="712288"/>
                  </a:cubicBezTo>
                  <a:lnTo>
                    <a:pt x="0" y="81443"/>
                  </a:lnTo>
                  <a:cubicBezTo>
                    <a:pt x="0" y="59843"/>
                    <a:pt x="8581" y="39128"/>
                    <a:pt x="23854" y="23854"/>
                  </a:cubicBezTo>
                  <a:cubicBezTo>
                    <a:pt x="39128" y="8581"/>
                    <a:pt x="59843" y="0"/>
                    <a:pt x="81443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47625"/>
              <a:ext cx="1251804" cy="746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316539" y="1028700"/>
            <a:ext cx="4752943" cy="3013697"/>
            <a:chOff x="0" y="0"/>
            <a:chExt cx="1251804" cy="7937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1804" cy="793731"/>
            </a:xfrm>
            <a:custGeom>
              <a:avLst/>
              <a:gdLst/>
              <a:ahLst/>
              <a:cxnLst/>
              <a:rect r="r" b="b" t="t" l="l"/>
              <a:pathLst>
                <a:path h="793731" w="1251804">
                  <a:moveTo>
                    <a:pt x="81443" y="0"/>
                  </a:moveTo>
                  <a:lnTo>
                    <a:pt x="1170360" y="0"/>
                  </a:lnTo>
                  <a:cubicBezTo>
                    <a:pt x="1215340" y="0"/>
                    <a:pt x="1251804" y="36463"/>
                    <a:pt x="1251804" y="81443"/>
                  </a:cubicBezTo>
                  <a:lnTo>
                    <a:pt x="1251804" y="712288"/>
                  </a:lnTo>
                  <a:cubicBezTo>
                    <a:pt x="1251804" y="733888"/>
                    <a:pt x="1243223" y="754603"/>
                    <a:pt x="1227950" y="769877"/>
                  </a:cubicBezTo>
                  <a:cubicBezTo>
                    <a:pt x="1212676" y="785150"/>
                    <a:pt x="1191961" y="793731"/>
                    <a:pt x="1170360" y="793731"/>
                  </a:cubicBezTo>
                  <a:lnTo>
                    <a:pt x="81443" y="793731"/>
                  </a:lnTo>
                  <a:cubicBezTo>
                    <a:pt x="59843" y="793731"/>
                    <a:pt x="39128" y="785150"/>
                    <a:pt x="23854" y="769877"/>
                  </a:cubicBezTo>
                  <a:cubicBezTo>
                    <a:pt x="8581" y="754603"/>
                    <a:pt x="0" y="733888"/>
                    <a:pt x="0" y="712288"/>
                  </a:cubicBezTo>
                  <a:lnTo>
                    <a:pt x="0" y="81443"/>
                  </a:lnTo>
                  <a:cubicBezTo>
                    <a:pt x="0" y="59843"/>
                    <a:pt x="8581" y="39128"/>
                    <a:pt x="23854" y="23854"/>
                  </a:cubicBezTo>
                  <a:cubicBezTo>
                    <a:pt x="39128" y="8581"/>
                    <a:pt x="59843" y="0"/>
                    <a:pt x="81443" y="0"/>
                  </a:cubicBez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47625"/>
              <a:ext cx="1251804" cy="746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316539" y="1028700"/>
            <a:ext cx="4752943" cy="3013697"/>
            <a:chOff x="0" y="0"/>
            <a:chExt cx="1251804" cy="7937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51804" cy="793731"/>
            </a:xfrm>
            <a:custGeom>
              <a:avLst/>
              <a:gdLst/>
              <a:ahLst/>
              <a:cxnLst/>
              <a:rect r="r" b="b" t="t" l="l"/>
              <a:pathLst>
                <a:path h="793731" w="1251804">
                  <a:moveTo>
                    <a:pt x="81443" y="0"/>
                  </a:moveTo>
                  <a:lnTo>
                    <a:pt x="1170360" y="0"/>
                  </a:lnTo>
                  <a:cubicBezTo>
                    <a:pt x="1215340" y="0"/>
                    <a:pt x="1251804" y="36463"/>
                    <a:pt x="1251804" y="81443"/>
                  </a:cubicBezTo>
                  <a:lnTo>
                    <a:pt x="1251804" y="712288"/>
                  </a:lnTo>
                  <a:cubicBezTo>
                    <a:pt x="1251804" y="733888"/>
                    <a:pt x="1243223" y="754603"/>
                    <a:pt x="1227950" y="769877"/>
                  </a:cubicBezTo>
                  <a:cubicBezTo>
                    <a:pt x="1212676" y="785150"/>
                    <a:pt x="1191961" y="793731"/>
                    <a:pt x="1170360" y="793731"/>
                  </a:cubicBezTo>
                  <a:lnTo>
                    <a:pt x="81443" y="793731"/>
                  </a:lnTo>
                  <a:cubicBezTo>
                    <a:pt x="59843" y="793731"/>
                    <a:pt x="39128" y="785150"/>
                    <a:pt x="23854" y="769877"/>
                  </a:cubicBezTo>
                  <a:cubicBezTo>
                    <a:pt x="8581" y="754603"/>
                    <a:pt x="0" y="733888"/>
                    <a:pt x="0" y="712288"/>
                  </a:cubicBezTo>
                  <a:lnTo>
                    <a:pt x="0" y="81443"/>
                  </a:lnTo>
                  <a:cubicBezTo>
                    <a:pt x="0" y="59843"/>
                    <a:pt x="8581" y="39128"/>
                    <a:pt x="23854" y="23854"/>
                  </a:cubicBezTo>
                  <a:cubicBezTo>
                    <a:pt x="39128" y="8581"/>
                    <a:pt x="59843" y="0"/>
                    <a:pt x="81443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47625"/>
              <a:ext cx="1251804" cy="746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635575" y="1871678"/>
            <a:ext cx="3539192" cy="83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1"/>
              </a:lnSpc>
            </a:pPr>
            <a:r>
              <a:rPr lang="en-US" b="true" sz="2799" spc="-55">
                <a:solidFill>
                  <a:srgbClr val="F7F7F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Gestão de letras repetidas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41868" y="6573385"/>
            <a:ext cx="3539192" cy="83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1"/>
              </a:lnSpc>
            </a:pPr>
            <a:r>
              <a:rPr lang="en-US" b="true" sz="2799" spc="-55">
                <a:solidFill>
                  <a:srgbClr val="F7F7F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Atualização do estado do jogo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23415" y="2132451"/>
            <a:ext cx="3539192" cy="83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1"/>
              </a:lnSpc>
            </a:pPr>
            <a:r>
              <a:rPr lang="en-US" b="true" sz="2799" spc="-55">
                <a:solidFill>
                  <a:srgbClr val="F7F7F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Controle de erro do utilzador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97678" y="639280"/>
            <a:ext cx="11861622" cy="788243"/>
            <a:chOff x="0" y="0"/>
            <a:chExt cx="3124048" cy="2076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24048" cy="207603"/>
            </a:xfrm>
            <a:custGeom>
              <a:avLst/>
              <a:gdLst/>
              <a:ahLst/>
              <a:cxnLst/>
              <a:rect r="r" b="b" t="t" l="l"/>
              <a:pathLst>
                <a:path h="207603" w="3124048">
                  <a:moveTo>
                    <a:pt x="6527" y="0"/>
                  </a:moveTo>
                  <a:lnTo>
                    <a:pt x="3117522" y="0"/>
                  </a:lnTo>
                  <a:cubicBezTo>
                    <a:pt x="3119253" y="0"/>
                    <a:pt x="3120913" y="688"/>
                    <a:pt x="3122137" y="1912"/>
                  </a:cubicBezTo>
                  <a:cubicBezTo>
                    <a:pt x="3123361" y="3136"/>
                    <a:pt x="3124048" y="4796"/>
                    <a:pt x="3124048" y="6527"/>
                  </a:cubicBezTo>
                  <a:lnTo>
                    <a:pt x="3124048" y="201076"/>
                  </a:lnTo>
                  <a:cubicBezTo>
                    <a:pt x="3124048" y="202807"/>
                    <a:pt x="3123361" y="204467"/>
                    <a:pt x="3122137" y="205691"/>
                  </a:cubicBezTo>
                  <a:cubicBezTo>
                    <a:pt x="3120913" y="206915"/>
                    <a:pt x="3119253" y="207603"/>
                    <a:pt x="3117522" y="207603"/>
                  </a:cubicBezTo>
                  <a:lnTo>
                    <a:pt x="6527" y="207603"/>
                  </a:lnTo>
                  <a:cubicBezTo>
                    <a:pt x="4796" y="207603"/>
                    <a:pt x="3136" y="206915"/>
                    <a:pt x="1912" y="205691"/>
                  </a:cubicBezTo>
                  <a:cubicBezTo>
                    <a:pt x="688" y="204467"/>
                    <a:pt x="0" y="202807"/>
                    <a:pt x="0" y="201076"/>
                  </a:cubicBezTo>
                  <a:lnTo>
                    <a:pt x="0" y="6527"/>
                  </a:lnTo>
                  <a:cubicBezTo>
                    <a:pt x="0" y="4796"/>
                    <a:pt x="688" y="3136"/>
                    <a:pt x="1912" y="1912"/>
                  </a:cubicBezTo>
                  <a:cubicBezTo>
                    <a:pt x="3136" y="688"/>
                    <a:pt x="4796" y="0"/>
                    <a:pt x="652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3124048" cy="179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467418" y="9258300"/>
            <a:ext cx="624254" cy="62425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677615" y="9401249"/>
            <a:ext cx="203860" cy="338357"/>
          </a:xfrm>
          <a:custGeom>
            <a:avLst/>
            <a:gdLst/>
            <a:ahLst/>
            <a:cxnLst/>
            <a:rect r="r" b="b" t="t" l="l"/>
            <a:pathLst>
              <a:path h="338357" w="203860">
                <a:moveTo>
                  <a:pt x="203860" y="0"/>
                </a:moveTo>
                <a:lnTo>
                  <a:pt x="0" y="0"/>
                </a:lnTo>
                <a:lnTo>
                  <a:pt x="0" y="338356"/>
                </a:lnTo>
                <a:lnTo>
                  <a:pt x="203860" y="338356"/>
                </a:lnTo>
                <a:lnTo>
                  <a:pt x="20386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2211838"/>
            <a:ext cx="7728107" cy="3137468"/>
            <a:chOff x="0" y="0"/>
            <a:chExt cx="3072522" cy="12473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72522" cy="1247387"/>
            </a:xfrm>
            <a:custGeom>
              <a:avLst/>
              <a:gdLst/>
              <a:ahLst/>
              <a:cxnLst/>
              <a:rect r="r" b="b" t="t" l="l"/>
              <a:pathLst>
                <a:path h="1247387" w="3072522">
                  <a:moveTo>
                    <a:pt x="50089" y="0"/>
                  </a:moveTo>
                  <a:lnTo>
                    <a:pt x="3022433" y="0"/>
                  </a:lnTo>
                  <a:cubicBezTo>
                    <a:pt x="3035717" y="0"/>
                    <a:pt x="3048458" y="5277"/>
                    <a:pt x="3057851" y="14671"/>
                  </a:cubicBezTo>
                  <a:cubicBezTo>
                    <a:pt x="3067245" y="24064"/>
                    <a:pt x="3072522" y="36805"/>
                    <a:pt x="3072522" y="50089"/>
                  </a:cubicBezTo>
                  <a:lnTo>
                    <a:pt x="3072522" y="1197298"/>
                  </a:lnTo>
                  <a:cubicBezTo>
                    <a:pt x="3072522" y="1210582"/>
                    <a:pt x="3067245" y="1223323"/>
                    <a:pt x="3057851" y="1232716"/>
                  </a:cubicBezTo>
                  <a:cubicBezTo>
                    <a:pt x="3048458" y="1242110"/>
                    <a:pt x="3035717" y="1247387"/>
                    <a:pt x="3022433" y="1247387"/>
                  </a:cubicBezTo>
                  <a:lnTo>
                    <a:pt x="50089" y="1247387"/>
                  </a:lnTo>
                  <a:cubicBezTo>
                    <a:pt x="36805" y="1247387"/>
                    <a:pt x="24064" y="1242110"/>
                    <a:pt x="14671" y="1232716"/>
                  </a:cubicBezTo>
                  <a:cubicBezTo>
                    <a:pt x="5277" y="1223323"/>
                    <a:pt x="0" y="1210582"/>
                    <a:pt x="0" y="1197298"/>
                  </a:cubicBezTo>
                  <a:lnTo>
                    <a:pt x="0" y="50089"/>
                  </a:lnTo>
                  <a:cubicBezTo>
                    <a:pt x="0" y="36805"/>
                    <a:pt x="5277" y="24064"/>
                    <a:pt x="14671" y="14671"/>
                  </a:cubicBezTo>
                  <a:cubicBezTo>
                    <a:pt x="24064" y="5277"/>
                    <a:pt x="36805" y="0"/>
                    <a:pt x="50089" y="0"/>
                  </a:cubicBez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3072522" cy="119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2211838"/>
            <a:ext cx="7728107" cy="3137468"/>
            <a:chOff x="0" y="0"/>
            <a:chExt cx="3072522" cy="12473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72522" cy="1247387"/>
            </a:xfrm>
            <a:custGeom>
              <a:avLst/>
              <a:gdLst/>
              <a:ahLst/>
              <a:cxnLst/>
              <a:rect r="r" b="b" t="t" l="l"/>
              <a:pathLst>
                <a:path h="1247387" w="3072522">
                  <a:moveTo>
                    <a:pt x="50089" y="0"/>
                  </a:moveTo>
                  <a:lnTo>
                    <a:pt x="3022433" y="0"/>
                  </a:lnTo>
                  <a:cubicBezTo>
                    <a:pt x="3035717" y="0"/>
                    <a:pt x="3048458" y="5277"/>
                    <a:pt x="3057851" y="14671"/>
                  </a:cubicBezTo>
                  <a:cubicBezTo>
                    <a:pt x="3067245" y="24064"/>
                    <a:pt x="3072522" y="36805"/>
                    <a:pt x="3072522" y="50089"/>
                  </a:cubicBezTo>
                  <a:lnTo>
                    <a:pt x="3072522" y="1197298"/>
                  </a:lnTo>
                  <a:cubicBezTo>
                    <a:pt x="3072522" y="1210582"/>
                    <a:pt x="3067245" y="1223323"/>
                    <a:pt x="3057851" y="1232716"/>
                  </a:cubicBezTo>
                  <a:cubicBezTo>
                    <a:pt x="3048458" y="1242110"/>
                    <a:pt x="3035717" y="1247387"/>
                    <a:pt x="3022433" y="1247387"/>
                  </a:cubicBezTo>
                  <a:lnTo>
                    <a:pt x="50089" y="1247387"/>
                  </a:lnTo>
                  <a:cubicBezTo>
                    <a:pt x="36805" y="1247387"/>
                    <a:pt x="24064" y="1242110"/>
                    <a:pt x="14671" y="1232716"/>
                  </a:cubicBezTo>
                  <a:cubicBezTo>
                    <a:pt x="5277" y="1223323"/>
                    <a:pt x="0" y="1210582"/>
                    <a:pt x="0" y="1197298"/>
                  </a:cubicBezTo>
                  <a:lnTo>
                    <a:pt x="0" y="50089"/>
                  </a:lnTo>
                  <a:cubicBezTo>
                    <a:pt x="0" y="36805"/>
                    <a:pt x="5277" y="24064"/>
                    <a:pt x="14671" y="14671"/>
                  </a:cubicBezTo>
                  <a:cubicBezTo>
                    <a:pt x="24064" y="5277"/>
                    <a:pt x="36805" y="0"/>
                    <a:pt x="50089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47625"/>
              <a:ext cx="3072522" cy="119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50092" y="2816539"/>
            <a:ext cx="2652710" cy="1975793"/>
            <a:chOff x="0" y="0"/>
            <a:chExt cx="881155" cy="6563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81155" cy="656302"/>
            </a:xfrm>
            <a:custGeom>
              <a:avLst/>
              <a:gdLst/>
              <a:ahLst/>
              <a:cxnLst/>
              <a:rect r="r" b="b" t="t" l="l"/>
              <a:pathLst>
                <a:path h="656302" w="881155">
                  <a:moveTo>
                    <a:pt x="145925" y="0"/>
                  </a:moveTo>
                  <a:lnTo>
                    <a:pt x="735230" y="0"/>
                  </a:lnTo>
                  <a:cubicBezTo>
                    <a:pt x="815822" y="0"/>
                    <a:pt x="881155" y="65333"/>
                    <a:pt x="881155" y="145925"/>
                  </a:cubicBezTo>
                  <a:lnTo>
                    <a:pt x="881155" y="510377"/>
                  </a:lnTo>
                  <a:cubicBezTo>
                    <a:pt x="881155" y="549079"/>
                    <a:pt x="865781" y="586195"/>
                    <a:pt x="838414" y="613562"/>
                  </a:cubicBezTo>
                  <a:cubicBezTo>
                    <a:pt x="811048" y="640928"/>
                    <a:pt x="773932" y="656302"/>
                    <a:pt x="735230" y="656302"/>
                  </a:cubicBezTo>
                  <a:lnTo>
                    <a:pt x="145925" y="656302"/>
                  </a:lnTo>
                  <a:cubicBezTo>
                    <a:pt x="107223" y="656302"/>
                    <a:pt x="70107" y="640928"/>
                    <a:pt x="42740" y="613562"/>
                  </a:cubicBezTo>
                  <a:cubicBezTo>
                    <a:pt x="15374" y="586195"/>
                    <a:pt x="0" y="549079"/>
                    <a:pt x="0" y="510377"/>
                  </a:cubicBezTo>
                  <a:lnTo>
                    <a:pt x="0" y="145925"/>
                  </a:lnTo>
                  <a:cubicBezTo>
                    <a:pt x="0" y="65333"/>
                    <a:pt x="65333" y="0"/>
                    <a:pt x="145925" y="0"/>
                  </a:cubicBezTo>
                  <a:close/>
                </a:path>
              </a:pathLst>
            </a:custGeom>
            <a:blipFill>
              <a:blip r:embed="rId5"/>
              <a:stretch>
                <a:fillRect l="-5896" t="0" r="-5896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531193" y="2211838"/>
            <a:ext cx="7728107" cy="3137468"/>
            <a:chOff x="0" y="0"/>
            <a:chExt cx="3072522" cy="124738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72522" cy="1247387"/>
            </a:xfrm>
            <a:custGeom>
              <a:avLst/>
              <a:gdLst/>
              <a:ahLst/>
              <a:cxnLst/>
              <a:rect r="r" b="b" t="t" l="l"/>
              <a:pathLst>
                <a:path h="1247387" w="3072522">
                  <a:moveTo>
                    <a:pt x="50089" y="0"/>
                  </a:moveTo>
                  <a:lnTo>
                    <a:pt x="3022433" y="0"/>
                  </a:lnTo>
                  <a:cubicBezTo>
                    <a:pt x="3035717" y="0"/>
                    <a:pt x="3048458" y="5277"/>
                    <a:pt x="3057851" y="14671"/>
                  </a:cubicBezTo>
                  <a:cubicBezTo>
                    <a:pt x="3067245" y="24064"/>
                    <a:pt x="3072522" y="36805"/>
                    <a:pt x="3072522" y="50089"/>
                  </a:cubicBezTo>
                  <a:lnTo>
                    <a:pt x="3072522" y="1197298"/>
                  </a:lnTo>
                  <a:cubicBezTo>
                    <a:pt x="3072522" y="1210582"/>
                    <a:pt x="3067245" y="1223323"/>
                    <a:pt x="3057851" y="1232716"/>
                  </a:cubicBezTo>
                  <a:cubicBezTo>
                    <a:pt x="3048458" y="1242110"/>
                    <a:pt x="3035717" y="1247387"/>
                    <a:pt x="3022433" y="1247387"/>
                  </a:cubicBezTo>
                  <a:lnTo>
                    <a:pt x="50089" y="1247387"/>
                  </a:lnTo>
                  <a:cubicBezTo>
                    <a:pt x="36805" y="1247387"/>
                    <a:pt x="24064" y="1242110"/>
                    <a:pt x="14671" y="1232716"/>
                  </a:cubicBezTo>
                  <a:cubicBezTo>
                    <a:pt x="5277" y="1223323"/>
                    <a:pt x="0" y="1210582"/>
                    <a:pt x="0" y="1197298"/>
                  </a:cubicBezTo>
                  <a:lnTo>
                    <a:pt x="0" y="50089"/>
                  </a:lnTo>
                  <a:cubicBezTo>
                    <a:pt x="0" y="36805"/>
                    <a:pt x="5277" y="24064"/>
                    <a:pt x="14671" y="14671"/>
                  </a:cubicBezTo>
                  <a:cubicBezTo>
                    <a:pt x="24064" y="5277"/>
                    <a:pt x="36805" y="0"/>
                    <a:pt x="50089" y="0"/>
                  </a:cubicBez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47625"/>
              <a:ext cx="3072522" cy="119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31193" y="2211838"/>
            <a:ext cx="7728107" cy="3137468"/>
            <a:chOff x="0" y="0"/>
            <a:chExt cx="3072522" cy="124738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72522" cy="1247387"/>
            </a:xfrm>
            <a:custGeom>
              <a:avLst/>
              <a:gdLst/>
              <a:ahLst/>
              <a:cxnLst/>
              <a:rect r="r" b="b" t="t" l="l"/>
              <a:pathLst>
                <a:path h="1247387" w="3072522">
                  <a:moveTo>
                    <a:pt x="50089" y="0"/>
                  </a:moveTo>
                  <a:lnTo>
                    <a:pt x="3022433" y="0"/>
                  </a:lnTo>
                  <a:cubicBezTo>
                    <a:pt x="3035717" y="0"/>
                    <a:pt x="3048458" y="5277"/>
                    <a:pt x="3057851" y="14671"/>
                  </a:cubicBezTo>
                  <a:cubicBezTo>
                    <a:pt x="3067245" y="24064"/>
                    <a:pt x="3072522" y="36805"/>
                    <a:pt x="3072522" y="50089"/>
                  </a:cubicBezTo>
                  <a:lnTo>
                    <a:pt x="3072522" y="1197298"/>
                  </a:lnTo>
                  <a:cubicBezTo>
                    <a:pt x="3072522" y="1210582"/>
                    <a:pt x="3067245" y="1223323"/>
                    <a:pt x="3057851" y="1232716"/>
                  </a:cubicBezTo>
                  <a:cubicBezTo>
                    <a:pt x="3048458" y="1242110"/>
                    <a:pt x="3035717" y="1247387"/>
                    <a:pt x="3022433" y="1247387"/>
                  </a:cubicBezTo>
                  <a:lnTo>
                    <a:pt x="50089" y="1247387"/>
                  </a:lnTo>
                  <a:cubicBezTo>
                    <a:pt x="36805" y="1247387"/>
                    <a:pt x="24064" y="1242110"/>
                    <a:pt x="14671" y="1232716"/>
                  </a:cubicBezTo>
                  <a:cubicBezTo>
                    <a:pt x="5277" y="1223323"/>
                    <a:pt x="0" y="1210582"/>
                    <a:pt x="0" y="1197298"/>
                  </a:cubicBezTo>
                  <a:lnTo>
                    <a:pt x="0" y="50089"/>
                  </a:lnTo>
                  <a:cubicBezTo>
                    <a:pt x="0" y="36805"/>
                    <a:pt x="5277" y="24064"/>
                    <a:pt x="14671" y="14671"/>
                  </a:cubicBezTo>
                  <a:cubicBezTo>
                    <a:pt x="24064" y="5277"/>
                    <a:pt x="36805" y="0"/>
                    <a:pt x="50089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47625"/>
              <a:ext cx="3072522" cy="119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152585" y="2816539"/>
            <a:ext cx="2652710" cy="1975793"/>
            <a:chOff x="0" y="0"/>
            <a:chExt cx="881155" cy="65630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81155" cy="656302"/>
            </a:xfrm>
            <a:custGeom>
              <a:avLst/>
              <a:gdLst/>
              <a:ahLst/>
              <a:cxnLst/>
              <a:rect r="r" b="b" t="t" l="l"/>
              <a:pathLst>
                <a:path h="656302" w="881155">
                  <a:moveTo>
                    <a:pt x="145925" y="0"/>
                  </a:moveTo>
                  <a:lnTo>
                    <a:pt x="735230" y="0"/>
                  </a:lnTo>
                  <a:cubicBezTo>
                    <a:pt x="815822" y="0"/>
                    <a:pt x="881155" y="65333"/>
                    <a:pt x="881155" y="145925"/>
                  </a:cubicBezTo>
                  <a:lnTo>
                    <a:pt x="881155" y="510377"/>
                  </a:lnTo>
                  <a:cubicBezTo>
                    <a:pt x="881155" y="549079"/>
                    <a:pt x="865781" y="586195"/>
                    <a:pt x="838414" y="613562"/>
                  </a:cubicBezTo>
                  <a:cubicBezTo>
                    <a:pt x="811048" y="640928"/>
                    <a:pt x="773932" y="656302"/>
                    <a:pt x="735230" y="656302"/>
                  </a:cubicBezTo>
                  <a:lnTo>
                    <a:pt x="145925" y="656302"/>
                  </a:lnTo>
                  <a:cubicBezTo>
                    <a:pt x="107223" y="656302"/>
                    <a:pt x="70107" y="640928"/>
                    <a:pt x="42740" y="613562"/>
                  </a:cubicBezTo>
                  <a:cubicBezTo>
                    <a:pt x="15374" y="586195"/>
                    <a:pt x="0" y="549079"/>
                    <a:pt x="0" y="510377"/>
                  </a:cubicBezTo>
                  <a:lnTo>
                    <a:pt x="0" y="145925"/>
                  </a:lnTo>
                  <a:cubicBezTo>
                    <a:pt x="0" y="65333"/>
                    <a:pt x="65333" y="0"/>
                    <a:pt x="145925" y="0"/>
                  </a:cubicBezTo>
                  <a:close/>
                </a:path>
              </a:pathLst>
            </a:custGeom>
            <a:blipFill>
              <a:blip r:embed="rId6"/>
              <a:stretch>
                <a:fillRect l="-5791" t="0" r="-5791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531193" y="6120832"/>
            <a:ext cx="7728107" cy="3137468"/>
            <a:chOff x="0" y="0"/>
            <a:chExt cx="3072522" cy="124738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72522" cy="1247387"/>
            </a:xfrm>
            <a:custGeom>
              <a:avLst/>
              <a:gdLst/>
              <a:ahLst/>
              <a:cxnLst/>
              <a:rect r="r" b="b" t="t" l="l"/>
              <a:pathLst>
                <a:path h="1247387" w="3072522">
                  <a:moveTo>
                    <a:pt x="50089" y="0"/>
                  </a:moveTo>
                  <a:lnTo>
                    <a:pt x="3022433" y="0"/>
                  </a:lnTo>
                  <a:cubicBezTo>
                    <a:pt x="3035717" y="0"/>
                    <a:pt x="3048458" y="5277"/>
                    <a:pt x="3057851" y="14671"/>
                  </a:cubicBezTo>
                  <a:cubicBezTo>
                    <a:pt x="3067245" y="24064"/>
                    <a:pt x="3072522" y="36805"/>
                    <a:pt x="3072522" y="50089"/>
                  </a:cubicBezTo>
                  <a:lnTo>
                    <a:pt x="3072522" y="1197298"/>
                  </a:lnTo>
                  <a:cubicBezTo>
                    <a:pt x="3072522" y="1210582"/>
                    <a:pt x="3067245" y="1223323"/>
                    <a:pt x="3057851" y="1232716"/>
                  </a:cubicBezTo>
                  <a:cubicBezTo>
                    <a:pt x="3048458" y="1242110"/>
                    <a:pt x="3035717" y="1247387"/>
                    <a:pt x="3022433" y="1247387"/>
                  </a:cubicBezTo>
                  <a:lnTo>
                    <a:pt x="50089" y="1247387"/>
                  </a:lnTo>
                  <a:cubicBezTo>
                    <a:pt x="36805" y="1247387"/>
                    <a:pt x="24064" y="1242110"/>
                    <a:pt x="14671" y="1232716"/>
                  </a:cubicBezTo>
                  <a:cubicBezTo>
                    <a:pt x="5277" y="1223323"/>
                    <a:pt x="0" y="1210582"/>
                    <a:pt x="0" y="1197298"/>
                  </a:cubicBezTo>
                  <a:lnTo>
                    <a:pt x="0" y="50089"/>
                  </a:lnTo>
                  <a:cubicBezTo>
                    <a:pt x="0" y="36805"/>
                    <a:pt x="5277" y="24064"/>
                    <a:pt x="14671" y="14671"/>
                  </a:cubicBezTo>
                  <a:cubicBezTo>
                    <a:pt x="24064" y="5277"/>
                    <a:pt x="36805" y="0"/>
                    <a:pt x="50089" y="0"/>
                  </a:cubicBez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47625"/>
              <a:ext cx="3072522" cy="119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31193" y="6120832"/>
            <a:ext cx="7728107" cy="3137468"/>
            <a:chOff x="0" y="0"/>
            <a:chExt cx="3072522" cy="124738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72522" cy="1247387"/>
            </a:xfrm>
            <a:custGeom>
              <a:avLst/>
              <a:gdLst/>
              <a:ahLst/>
              <a:cxnLst/>
              <a:rect r="r" b="b" t="t" l="l"/>
              <a:pathLst>
                <a:path h="1247387" w="3072522">
                  <a:moveTo>
                    <a:pt x="50089" y="0"/>
                  </a:moveTo>
                  <a:lnTo>
                    <a:pt x="3022433" y="0"/>
                  </a:lnTo>
                  <a:cubicBezTo>
                    <a:pt x="3035717" y="0"/>
                    <a:pt x="3048458" y="5277"/>
                    <a:pt x="3057851" y="14671"/>
                  </a:cubicBezTo>
                  <a:cubicBezTo>
                    <a:pt x="3067245" y="24064"/>
                    <a:pt x="3072522" y="36805"/>
                    <a:pt x="3072522" y="50089"/>
                  </a:cubicBezTo>
                  <a:lnTo>
                    <a:pt x="3072522" y="1197298"/>
                  </a:lnTo>
                  <a:cubicBezTo>
                    <a:pt x="3072522" y="1210582"/>
                    <a:pt x="3067245" y="1223323"/>
                    <a:pt x="3057851" y="1232716"/>
                  </a:cubicBezTo>
                  <a:cubicBezTo>
                    <a:pt x="3048458" y="1242110"/>
                    <a:pt x="3035717" y="1247387"/>
                    <a:pt x="3022433" y="1247387"/>
                  </a:cubicBezTo>
                  <a:lnTo>
                    <a:pt x="50089" y="1247387"/>
                  </a:lnTo>
                  <a:cubicBezTo>
                    <a:pt x="36805" y="1247387"/>
                    <a:pt x="24064" y="1242110"/>
                    <a:pt x="14671" y="1232716"/>
                  </a:cubicBezTo>
                  <a:cubicBezTo>
                    <a:pt x="5277" y="1223323"/>
                    <a:pt x="0" y="1210582"/>
                    <a:pt x="0" y="1197298"/>
                  </a:cubicBezTo>
                  <a:lnTo>
                    <a:pt x="0" y="50089"/>
                  </a:lnTo>
                  <a:cubicBezTo>
                    <a:pt x="0" y="36805"/>
                    <a:pt x="5277" y="24064"/>
                    <a:pt x="14671" y="14671"/>
                  </a:cubicBezTo>
                  <a:cubicBezTo>
                    <a:pt x="24064" y="5277"/>
                    <a:pt x="36805" y="0"/>
                    <a:pt x="50089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47625"/>
              <a:ext cx="3072522" cy="119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152585" y="6701669"/>
            <a:ext cx="2652710" cy="1975793"/>
            <a:chOff x="0" y="0"/>
            <a:chExt cx="881155" cy="65630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81155" cy="656302"/>
            </a:xfrm>
            <a:custGeom>
              <a:avLst/>
              <a:gdLst/>
              <a:ahLst/>
              <a:cxnLst/>
              <a:rect r="r" b="b" t="t" l="l"/>
              <a:pathLst>
                <a:path h="656302" w="881155">
                  <a:moveTo>
                    <a:pt x="145925" y="0"/>
                  </a:moveTo>
                  <a:lnTo>
                    <a:pt x="735230" y="0"/>
                  </a:lnTo>
                  <a:cubicBezTo>
                    <a:pt x="815822" y="0"/>
                    <a:pt x="881155" y="65333"/>
                    <a:pt x="881155" y="145925"/>
                  </a:cubicBezTo>
                  <a:lnTo>
                    <a:pt x="881155" y="510377"/>
                  </a:lnTo>
                  <a:cubicBezTo>
                    <a:pt x="881155" y="549079"/>
                    <a:pt x="865781" y="586195"/>
                    <a:pt x="838414" y="613562"/>
                  </a:cubicBezTo>
                  <a:cubicBezTo>
                    <a:pt x="811048" y="640928"/>
                    <a:pt x="773932" y="656302"/>
                    <a:pt x="735230" y="656302"/>
                  </a:cubicBezTo>
                  <a:lnTo>
                    <a:pt x="145925" y="656302"/>
                  </a:lnTo>
                  <a:cubicBezTo>
                    <a:pt x="107223" y="656302"/>
                    <a:pt x="70107" y="640928"/>
                    <a:pt x="42740" y="613562"/>
                  </a:cubicBezTo>
                  <a:cubicBezTo>
                    <a:pt x="15374" y="586195"/>
                    <a:pt x="0" y="549079"/>
                    <a:pt x="0" y="510377"/>
                  </a:cubicBezTo>
                  <a:lnTo>
                    <a:pt x="0" y="145925"/>
                  </a:lnTo>
                  <a:cubicBezTo>
                    <a:pt x="0" y="65333"/>
                    <a:pt x="65333" y="0"/>
                    <a:pt x="145925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46" r="0" b="-46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647825" y="6705600"/>
            <a:ext cx="2657475" cy="1981200"/>
            <a:chOff x="0" y="0"/>
            <a:chExt cx="3543300" cy="2641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543300" cy="2641600"/>
            </a:xfrm>
            <a:custGeom>
              <a:avLst/>
              <a:gdLst/>
              <a:ahLst/>
              <a:cxnLst/>
              <a:rect r="r" b="b" t="t" l="l"/>
              <a:pathLst>
                <a:path h="2641600" w="3543300">
                  <a:moveTo>
                    <a:pt x="264160" y="0"/>
                  </a:moveTo>
                  <a:lnTo>
                    <a:pt x="3279140" y="0"/>
                  </a:lnTo>
                  <a:cubicBezTo>
                    <a:pt x="3425032" y="0"/>
                    <a:pt x="3543300" y="118269"/>
                    <a:pt x="3543300" y="264160"/>
                  </a:cubicBezTo>
                  <a:lnTo>
                    <a:pt x="3543300" y="2377440"/>
                  </a:lnTo>
                  <a:cubicBezTo>
                    <a:pt x="3543300" y="2523331"/>
                    <a:pt x="3425032" y="2641600"/>
                    <a:pt x="3279140" y="2641600"/>
                  </a:cubicBezTo>
                  <a:lnTo>
                    <a:pt x="264160" y="2641600"/>
                  </a:lnTo>
                  <a:cubicBezTo>
                    <a:pt x="194100" y="2641600"/>
                    <a:pt x="126910" y="2613769"/>
                    <a:pt x="77371" y="2564229"/>
                  </a:cubicBezTo>
                  <a:cubicBezTo>
                    <a:pt x="27831" y="2514690"/>
                    <a:pt x="0" y="2447500"/>
                    <a:pt x="0" y="2377440"/>
                  </a:cubicBezTo>
                  <a:lnTo>
                    <a:pt x="0" y="264160"/>
                  </a:lnTo>
                  <a:cubicBezTo>
                    <a:pt x="0" y="118268"/>
                    <a:pt x="118268" y="0"/>
                    <a:pt x="26416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708988" y="791680"/>
            <a:ext cx="4770951" cy="526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7"/>
              </a:lnSpc>
            </a:pPr>
            <a:r>
              <a:rPr lang="en-US" b="true" sz="4466" spc="-89">
                <a:solidFill>
                  <a:srgbClr val="000000"/>
                </a:solidFill>
                <a:latin typeface="Simonetta Bold"/>
                <a:ea typeface="Simonetta Bold"/>
                <a:cs typeface="Simonetta Bold"/>
                <a:sym typeface="Simonetta Bold"/>
              </a:rPr>
              <a:t>MELHORIAS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892754" y="3194962"/>
            <a:ext cx="3205801" cy="83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1"/>
              </a:lnSpc>
            </a:pPr>
            <a:r>
              <a:rPr lang="en-US" sz="2799" spc="-55" b="true">
                <a:solidFill>
                  <a:srgbClr val="52CF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NIVEIS DE DIFICULDADE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395246" y="3194962"/>
            <a:ext cx="3205801" cy="83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1"/>
              </a:lnSpc>
            </a:pPr>
            <a:r>
              <a:rPr lang="en-US" sz="2799" spc="-55" b="true">
                <a:solidFill>
                  <a:srgbClr val="52CF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BANCO DE PALAVRAS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395246" y="7103955"/>
            <a:ext cx="3205801" cy="83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1"/>
              </a:lnSpc>
            </a:pPr>
            <a:r>
              <a:rPr lang="en-US" sz="2799" spc="-55" b="true">
                <a:solidFill>
                  <a:srgbClr val="52CF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INTERFÁCE GRÁFICA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212536" y="6144694"/>
            <a:ext cx="7728107" cy="3137468"/>
            <a:chOff x="0" y="0"/>
            <a:chExt cx="3072522" cy="124738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072522" cy="1247387"/>
            </a:xfrm>
            <a:custGeom>
              <a:avLst/>
              <a:gdLst/>
              <a:ahLst/>
              <a:cxnLst/>
              <a:rect r="r" b="b" t="t" l="l"/>
              <a:pathLst>
                <a:path h="1247387" w="3072522">
                  <a:moveTo>
                    <a:pt x="50089" y="0"/>
                  </a:moveTo>
                  <a:lnTo>
                    <a:pt x="3022433" y="0"/>
                  </a:lnTo>
                  <a:cubicBezTo>
                    <a:pt x="3035717" y="0"/>
                    <a:pt x="3048458" y="5277"/>
                    <a:pt x="3057851" y="14671"/>
                  </a:cubicBezTo>
                  <a:cubicBezTo>
                    <a:pt x="3067245" y="24064"/>
                    <a:pt x="3072522" y="36805"/>
                    <a:pt x="3072522" y="50089"/>
                  </a:cubicBezTo>
                  <a:lnTo>
                    <a:pt x="3072522" y="1197298"/>
                  </a:lnTo>
                  <a:cubicBezTo>
                    <a:pt x="3072522" y="1210582"/>
                    <a:pt x="3067245" y="1223323"/>
                    <a:pt x="3057851" y="1232716"/>
                  </a:cubicBezTo>
                  <a:cubicBezTo>
                    <a:pt x="3048458" y="1242110"/>
                    <a:pt x="3035717" y="1247387"/>
                    <a:pt x="3022433" y="1247387"/>
                  </a:cubicBezTo>
                  <a:lnTo>
                    <a:pt x="50089" y="1247387"/>
                  </a:lnTo>
                  <a:cubicBezTo>
                    <a:pt x="36805" y="1247387"/>
                    <a:pt x="24064" y="1242110"/>
                    <a:pt x="14671" y="1232716"/>
                  </a:cubicBezTo>
                  <a:cubicBezTo>
                    <a:pt x="5277" y="1223323"/>
                    <a:pt x="0" y="1210582"/>
                    <a:pt x="0" y="1197298"/>
                  </a:cubicBezTo>
                  <a:lnTo>
                    <a:pt x="0" y="50089"/>
                  </a:lnTo>
                  <a:cubicBezTo>
                    <a:pt x="0" y="36805"/>
                    <a:pt x="5277" y="24064"/>
                    <a:pt x="14671" y="14671"/>
                  </a:cubicBezTo>
                  <a:cubicBezTo>
                    <a:pt x="24064" y="5277"/>
                    <a:pt x="36805" y="0"/>
                    <a:pt x="50089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47625"/>
              <a:ext cx="3072522" cy="119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5076589" y="7120957"/>
            <a:ext cx="3205801" cy="42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1"/>
              </a:lnSpc>
            </a:pPr>
            <a:r>
              <a:rPr lang="en-US" sz="2799" spc="-55" b="true">
                <a:solidFill>
                  <a:srgbClr val="52CF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PONTUAÇÃO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86937" y="1028700"/>
            <a:ext cx="6923088" cy="923396"/>
            <a:chOff x="0" y="0"/>
            <a:chExt cx="1823365" cy="2431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3365" cy="243199"/>
            </a:xfrm>
            <a:custGeom>
              <a:avLst/>
              <a:gdLst/>
              <a:ahLst/>
              <a:cxnLst/>
              <a:rect r="r" b="b" t="t" l="l"/>
              <a:pathLst>
                <a:path h="243199" w="1823365">
                  <a:moveTo>
                    <a:pt x="33548" y="0"/>
                  </a:moveTo>
                  <a:lnTo>
                    <a:pt x="1789816" y="0"/>
                  </a:lnTo>
                  <a:cubicBezTo>
                    <a:pt x="1808345" y="0"/>
                    <a:pt x="1823365" y="15020"/>
                    <a:pt x="1823365" y="33548"/>
                  </a:cubicBezTo>
                  <a:lnTo>
                    <a:pt x="1823365" y="209651"/>
                  </a:lnTo>
                  <a:cubicBezTo>
                    <a:pt x="1823365" y="218548"/>
                    <a:pt x="1819830" y="227081"/>
                    <a:pt x="1813539" y="233373"/>
                  </a:cubicBezTo>
                  <a:cubicBezTo>
                    <a:pt x="1807247" y="239664"/>
                    <a:pt x="1798714" y="243199"/>
                    <a:pt x="1789816" y="243199"/>
                  </a:cubicBezTo>
                  <a:lnTo>
                    <a:pt x="33548" y="243199"/>
                  </a:lnTo>
                  <a:cubicBezTo>
                    <a:pt x="24651" y="243199"/>
                    <a:pt x="16118" y="239664"/>
                    <a:pt x="9826" y="233373"/>
                  </a:cubicBezTo>
                  <a:cubicBezTo>
                    <a:pt x="3535" y="227081"/>
                    <a:pt x="0" y="218548"/>
                    <a:pt x="0" y="209651"/>
                  </a:cubicBezTo>
                  <a:lnTo>
                    <a:pt x="0" y="33548"/>
                  </a:lnTo>
                  <a:cubicBezTo>
                    <a:pt x="0" y="24651"/>
                    <a:pt x="3535" y="16118"/>
                    <a:pt x="9826" y="9826"/>
                  </a:cubicBezTo>
                  <a:cubicBezTo>
                    <a:pt x="16118" y="3535"/>
                    <a:pt x="24651" y="0"/>
                    <a:pt x="3354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823365" cy="214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257056" y="1278080"/>
            <a:ext cx="7382850" cy="41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5"/>
              </a:lnSpc>
            </a:pPr>
            <a:r>
              <a:rPr lang="en-US" b="true" sz="2985" spc="-59">
                <a:solidFill>
                  <a:srgbClr val="000000"/>
                </a:solidFill>
                <a:latin typeface="Simonetta Bold"/>
                <a:ea typeface="Simonetta Bold"/>
                <a:cs typeface="Simonetta Bold"/>
                <a:sym typeface="Simonetta Bold"/>
              </a:rPr>
              <a:t>CONCLUSÃO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8634046"/>
            <a:ext cx="624254" cy="62425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259277" y="8776995"/>
            <a:ext cx="203860" cy="338357"/>
          </a:xfrm>
          <a:custGeom>
            <a:avLst/>
            <a:gdLst/>
            <a:ahLst/>
            <a:cxnLst/>
            <a:rect r="r" b="b" t="t" l="l"/>
            <a:pathLst>
              <a:path h="338357" w="203860">
                <a:moveTo>
                  <a:pt x="203859" y="0"/>
                </a:moveTo>
                <a:lnTo>
                  <a:pt x="0" y="0"/>
                </a:lnTo>
                <a:lnTo>
                  <a:pt x="0" y="338356"/>
                </a:lnTo>
                <a:lnTo>
                  <a:pt x="203859" y="338356"/>
                </a:lnTo>
                <a:lnTo>
                  <a:pt x="20385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565869" y="2942172"/>
            <a:ext cx="12035118" cy="1277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sz="2433" spc="-48">
                <a:solidFill>
                  <a:srgbClr val="F7F7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JOGO FUNCIONAL;</a:t>
            </a:r>
          </a:p>
          <a:p>
            <a:pPr algn="l">
              <a:lnSpc>
                <a:spcPts val="3407"/>
              </a:lnSpc>
            </a:pPr>
            <a:r>
              <a:rPr lang="en-US" sz="2433" spc="-48">
                <a:solidFill>
                  <a:srgbClr val="F7F7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APLICAÇÃO PRÁTICA;</a:t>
            </a:r>
          </a:p>
          <a:p>
            <a:pPr algn="l">
              <a:lnSpc>
                <a:spcPts val="3407"/>
              </a:lnSpc>
            </a:pPr>
            <a:r>
              <a:rPr lang="en-US" sz="2433" spc="-48">
                <a:solidFill>
                  <a:srgbClr val="F7F7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MELHOR COMPREENSÃO DO CÓDIGO.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969882" y="6379174"/>
            <a:ext cx="8348235" cy="4827912"/>
            <a:chOff x="0" y="0"/>
            <a:chExt cx="2198712" cy="12715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8712" cy="1271549"/>
            </a:xfrm>
            <a:custGeom>
              <a:avLst/>
              <a:gdLst/>
              <a:ahLst/>
              <a:cxnLst/>
              <a:rect r="r" b="b" t="t" l="l"/>
              <a:pathLst>
                <a:path h="1271549" w="2198712">
                  <a:moveTo>
                    <a:pt x="46369" y="0"/>
                  </a:moveTo>
                  <a:lnTo>
                    <a:pt x="2152343" y="0"/>
                  </a:lnTo>
                  <a:cubicBezTo>
                    <a:pt x="2164641" y="0"/>
                    <a:pt x="2176435" y="4885"/>
                    <a:pt x="2185131" y="13581"/>
                  </a:cubicBezTo>
                  <a:cubicBezTo>
                    <a:pt x="2193827" y="22277"/>
                    <a:pt x="2198712" y="34071"/>
                    <a:pt x="2198712" y="46369"/>
                  </a:cubicBezTo>
                  <a:lnTo>
                    <a:pt x="2198712" y="1225180"/>
                  </a:lnTo>
                  <a:cubicBezTo>
                    <a:pt x="2198712" y="1237478"/>
                    <a:pt x="2193827" y="1249272"/>
                    <a:pt x="2185131" y="1257968"/>
                  </a:cubicBezTo>
                  <a:cubicBezTo>
                    <a:pt x="2176435" y="1266664"/>
                    <a:pt x="2164641" y="1271549"/>
                    <a:pt x="2152343" y="1271549"/>
                  </a:cubicBezTo>
                  <a:lnTo>
                    <a:pt x="46369" y="1271549"/>
                  </a:lnTo>
                  <a:cubicBezTo>
                    <a:pt x="34071" y="1271549"/>
                    <a:pt x="22277" y="1266664"/>
                    <a:pt x="13581" y="1257968"/>
                  </a:cubicBezTo>
                  <a:cubicBezTo>
                    <a:pt x="4885" y="1249272"/>
                    <a:pt x="0" y="1237478"/>
                    <a:pt x="0" y="1225180"/>
                  </a:cubicBezTo>
                  <a:lnTo>
                    <a:pt x="0" y="46369"/>
                  </a:lnTo>
                  <a:cubicBezTo>
                    <a:pt x="0" y="34071"/>
                    <a:pt x="4885" y="22277"/>
                    <a:pt x="13581" y="13581"/>
                  </a:cubicBezTo>
                  <a:cubicBezTo>
                    <a:pt x="22277" y="4885"/>
                    <a:pt x="34071" y="0"/>
                    <a:pt x="46369" y="0"/>
                  </a:cubicBez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47625"/>
              <a:ext cx="2198712" cy="1223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969882" y="6379174"/>
            <a:ext cx="8348235" cy="4827912"/>
            <a:chOff x="0" y="0"/>
            <a:chExt cx="2198712" cy="12715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8712" cy="1271549"/>
            </a:xfrm>
            <a:custGeom>
              <a:avLst/>
              <a:gdLst/>
              <a:ahLst/>
              <a:cxnLst/>
              <a:rect r="r" b="b" t="t" l="l"/>
              <a:pathLst>
                <a:path h="1271549" w="2198712">
                  <a:moveTo>
                    <a:pt x="46369" y="0"/>
                  </a:moveTo>
                  <a:lnTo>
                    <a:pt x="2152343" y="0"/>
                  </a:lnTo>
                  <a:cubicBezTo>
                    <a:pt x="2164641" y="0"/>
                    <a:pt x="2176435" y="4885"/>
                    <a:pt x="2185131" y="13581"/>
                  </a:cubicBezTo>
                  <a:cubicBezTo>
                    <a:pt x="2193827" y="22277"/>
                    <a:pt x="2198712" y="34071"/>
                    <a:pt x="2198712" y="46369"/>
                  </a:cubicBezTo>
                  <a:lnTo>
                    <a:pt x="2198712" y="1225180"/>
                  </a:lnTo>
                  <a:cubicBezTo>
                    <a:pt x="2198712" y="1237478"/>
                    <a:pt x="2193827" y="1249272"/>
                    <a:pt x="2185131" y="1257968"/>
                  </a:cubicBezTo>
                  <a:cubicBezTo>
                    <a:pt x="2176435" y="1266664"/>
                    <a:pt x="2164641" y="1271549"/>
                    <a:pt x="2152343" y="1271549"/>
                  </a:cubicBezTo>
                  <a:lnTo>
                    <a:pt x="46369" y="1271549"/>
                  </a:lnTo>
                  <a:cubicBezTo>
                    <a:pt x="34071" y="1271549"/>
                    <a:pt x="22277" y="1266664"/>
                    <a:pt x="13581" y="1257968"/>
                  </a:cubicBezTo>
                  <a:cubicBezTo>
                    <a:pt x="4885" y="1249272"/>
                    <a:pt x="0" y="1237478"/>
                    <a:pt x="0" y="1225180"/>
                  </a:cubicBezTo>
                  <a:lnTo>
                    <a:pt x="0" y="46369"/>
                  </a:lnTo>
                  <a:cubicBezTo>
                    <a:pt x="0" y="34071"/>
                    <a:pt x="4885" y="22277"/>
                    <a:pt x="13581" y="13581"/>
                  </a:cubicBezTo>
                  <a:cubicBezTo>
                    <a:pt x="22277" y="4885"/>
                    <a:pt x="34071" y="0"/>
                    <a:pt x="46369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47625"/>
              <a:ext cx="2198712" cy="1223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937" y="6871293"/>
            <a:ext cx="7314126" cy="3843674"/>
            <a:chOff x="0" y="0"/>
            <a:chExt cx="1313684" cy="6903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13684" cy="690359"/>
            </a:xfrm>
            <a:custGeom>
              <a:avLst/>
              <a:gdLst/>
              <a:ahLst/>
              <a:cxnLst/>
              <a:rect r="r" b="b" t="t" l="l"/>
              <a:pathLst>
                <a:path h="690359" w="1313684">
                  <a:moveTo>
                    <a:pt x="52924" y="0"/>
                  </a:moveTo>
                  <a:lnTo>
                    <a:pt x="1260760" y="0"/>
                  </a:lnTo>
                  <a:cubicBezTo>
                    <a:pt x="1289989" y="0"/>
                    <a:pt x="1313684" y="23695"/>
                    <a:pt x="1313684" y="52924"/>
                  </a:cubicBezTo>
                  <a:lnTo>
                    <a:pt x="1313684" y="637435"/>
                  </a:lnTo>
                  <a:cubicBezTo>
                    <a:pt x="1313684" y="651471"/>
                    <a:pt x="1308109" y="664933"/>
                    <a:pt x="1298183" y="674858"/>
                  </a:cubicBezTo>
                  <a:cubicBezTo>
                    <a:pt x="1288258" y="684783"/>
                    <a:pt x="1274796" y="690359"/>
                    <a:pt x="1260760" y="690359"/>
                  </a:cubicBezTo>
                  <a:lnTo>
                    <a:pt x="52924" y="690359"/>
                  </a:lnTo>
                  <a:cubicBezTo>
                    <a:pt x="38888" y="690359"/>
                    <a:pt x="25426" y="684783"/>
                    <a:pt x="15501" y="674858"/>
                  </a:cubicBezTo>
                  <a:cubicBezTo>
                    <a:pt x="5576" y="664933"/>
                    <a:pt x="0" y="651471"/>
                    <a:pt x="0" y="637435"/>
                  </a:cubicBezTo>
                  <a:lnTo>
                    <a:pt x="0" y="52924"/>
                  </a:lnTo>
                  <a:cubicBezTo>
                    <a:pt x="0" y="38888"/>
                    <a:pt x="5576" y="25426"/>
                    <a:pt x="15501" y="15501"/>
                  </a:cubicBezTo>
                  <a:cubicBezTo>
                    <a:pt x="25426" y="5576"/>
                    <a:pt x="38888" y="0"/>
                    <a:pt x="5292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3390" r="0" b="-1339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DAHJ2_ahQbg</dc:identifier>
  <dcterms:modified xsi:type="dcterms:W3CDTF">2011-08-01T06:04:30Z</dcterms:modified>
  <cp:revision>1</cp:revision>
  <dc:title>Projeto Jogo da Forca</dc:title>
</cp:coreProperties>
</file>